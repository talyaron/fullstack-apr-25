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4" r:id="rId4"/>
    <p:sldId id="280" r:id="rId5"/>
    <p:sldId id="265" r:id="rId6"/>
    <p:sldId id="279" r:id="rId7"/>
    <p:sldId id="266" r:id="rId8"/>
    <p:sldId id="267" r:id="rId9"/>
    <p:sldId id="268" r:id="rId10"/>
    <p:sldId id="273" r:id="rId11"/>
    <p:sldId id="270" r:id="rId12"/>
    <p:sldId id="271" r:id="rId13"/>
    <p:sldId id="278" r:id="rId14"/>
    <p:sldId id="272" r:id="rId15"/>
    <p:sldId id="275" r:id="rId16"/>
    <p:sldId id="276" r:id="rId17"/>
    <p:sldId id="277" r:id="rId18"/>
    <p:sldId id="274" r:id="rId19"/>
    <p:sldId id="261" r:id="rId20"/>
    <p:sldId id="263" r:id="rId2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1" autoAdjust="0"/>
    <p:restoredTop sz="94607"/>
  </p:normalViewPr>
  <p:slideViewPr>
    <p:cSldViewPr snapToGrid="0">
      <p:cViewPr varScale="1">
        <p:scale>
          <a:sx n="96" d="100"/>
          <a:sy n="96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48D8A987-E8D6-544A-99D7-8153E8E8518A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7E892914-F8F2-1944-AA66-037A691DFF5A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E6EE182A-2B64-D145-8535-FF9ED6B51F46}" type="pres">
      <dgm:prSet presAssocID="{B3900F59-242B-43EA-89C1-69A92C5ABC8D}" presName="sibTrans" presStyleLbl="sibTrans2D1" presStyleIdx="0" presStyleCnt="6"/>
      <dgm:spPr/>
    </dgm:pt>
    <dgm:pt modelId="{A64AA815-903E-F04D-A504-4A6A178BDF86}" type="pres">
      <dgm:prSet presAssocID="{B3900F59-242B-43EA-89C1-69A92C5ABC8D}" presName="connectorText" presStyleLbl="sibTrans2D1" presStyleIdx="0" presStyleCnt="6"/>
      <dgm:spPr/>
    </dgm:pt>
    <dgm:pt modelId="{DB5BB589-6F2E-994B-AC21-5432A3136440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DB4D4DDB-362D-644C-854C-AA947558022D}" type="pres">
      <dgm:prSet presAssocID="{FF9FA91E-0BDF-473A-B988-DA4598FC42B9}" presName="sibTrans" presStyleLbl="sibTrans2D1" presStyleIdx="1" presStyleCnt="6"/>
      <dgm:spPr/>
    </dgm:pt>
    <dgm:pt modelId="{DE0C0528-F7E9-FC4B-941B-24A3C2FA2E44}" type="pres">
      <dgm:prSet presAssocID="{FF9FA91E-0BDF-473A-B988-DA4598FC42B9}" presName="connectorText" presStyleLbl="sibTrans2D1" presStyleIdx="1" presStyleCnt="6"/>
      <dgm:spPr/>
    </dgm:pt>
    <dgm:pt modelId="{B4FAE649-E084-AD4E-8F39-40CDBAF16604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95A2056F-E98D-5B44-9C25-72BD8C72F4AF}" type="pres">
      <dgm:prSet presAssocID="{65768B2E-F17E-4BDC-91AC-549B87D2414B}" presName="sibTrans" presStyleLbl="sibTrans2D1" presStyleIdx="2" presStyleCnt="6"/>
      <dgm:spPr/>
    </dgm:pt>
    <dgm:pt modelId="{93C3338F-6F61-B049-834F-BED1B722B673}" type="pres">
      <dgm:prSet presAssocID="{65768B2E-F17E-4BDC-91AC-549B87D2414B}" presName="connectorText" presStyleLbl="sibTrans2D1" presStyleIdx="2" presStyleCnt="6"/>
      <dgm:spPr/>
    </dgm:pt>
    <dgm:pt modelId="{0AA35262-0077-BD43-886C-0F0F569DD181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615D95B9-5AFA-ED41-A4DC-7A0DB05B5A3E}" type="pres">
      <dgm:prSet presAssocID="{255179C2-56F8-460A-88AB-0811F42ADC69}" presName="sibTrans" presStyleLbl="sibTrans2D1" presStyleIdx="3" presStyleCnt="6"/>
      <dgm:spPr/>
    </dgm:pt>
    <dgm:pt modelId="{9748DBAD-7306-394F-B753-BEBF32C16041}" type="pres">
      <dgm:prSet presAssocID="{255179C2-56F8-460A-88AB-0811F42ADC69}" presName="connectorText" presStyleLbl="sibTrans2D1" presStyleIdx="3" presStyleCnt="6"/>
      <dgm:spPr/>
    </dgm:pt>
    <dgm:pt modelId="{1430E618-7E26-9E47-A516-A1988F7A8702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3FA75F2F-9264-3648-B5B8-FC64489DF9F6}" type="pres">
      <dgm:prSet presAssocID="{EA474292-EF76-4E49-9689-C3CBE5559D68}" presName="sibTrans" presStyleLbl="sibTrans2D1" presStyleIdx="4" presStyleCnt="6"/>
      <dgm:spPr/>
    </dgm:pt>
    <dgm:pt modelId="{A96EB746-5835-034B-BDD2-EF5BCFE599C6}" type="pres">
      <dgm:prSet presAssocID="{EA474292-EF76-4E49-9689-C3CBE5559D68}" presName="connectorText" presStyleLbl="sibTrans2D1" presStyleIdx="4" presStyleCnt="6"/>
      <dgm:spPr/>
    </dgm:pt>
    <dgm:pt modelId="{3F0CD356-619C-0149-B7BD-3E6B000DCF4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BB082C5F-6726-3945-BD75-41423E4FA354}" type="pres">
      <dgm:prSet presAssocID="{F9FA0B20-1F03-4092-8FDA-A08C1F472BC1}" presName="sibTrans" presStyleLbl="sibTrans2D1" presStyleIdx="5" presStyleCnt="6"/>
      <dgm:spPr/>
    </dgm:pt>
    <dgm:pt modelId="{9C6DB6E9-D3D9-4C4A-AEE3-C8A767DD3955}" type="pres">
      <dgm:prSet presAssocID="{F9FA0B20-1F03-4092-8FDA-A08C1F472BC1}" presName="connectorText" presStyleLbl="sibTrans2D1" presStyleIdx="5" presStyleCnt="6"/>
      <dgm:spPr/>
    </dgm:pt>
  </dgm:ptLst>
  <dgm:cxnLst>
    <dgm:cxn modelId="{7797CD09-35CF-AC49-A877-96310352F9FF}" type="presOf" srcId="{255179C2-56F8-460A-88AB-0811F42ADC69}" destId="{9748DBAD-7306-394F-B753-BEBF32C16041}" srcOrd="1" destOrd="0" presId="urn:microsoft.com/office/officeart/2005/8/layout/cycle2"/>
    <dgm:cxn modelId="{16C2F20E-FAD6-2C4B-9F9E-79E233F38879}" type="presOf" srcId="{FF9FA91E-0BDF-473A-B988-DA4598FC42B9}" destId="{DB4D4DDB-362D-644C-854C-AA947558022D}" srcOrd="0" destOrd="0" presId="urn:microsoft.com/office/officeart/2005/8/layout/cycle2"/>
    <dgm:cxn modelId="{86418714-D03D-3246-AC9E-CB2E5FFF35D9}" type="presOf" srcId="{82544D88-BD0D-4709-A5B3-BAAAD55BA29E}" destId="{7E892914-F8F2-1944-AA66-037A691DFF5A}" srcOrd="0" destOrd="0" presId="urn:microsoft.com/office/officeart/2005/8/layout/cycle2"/>
    <dgm:cxn modelId="{FAF05C15-45DE-884D-A57C-6032932F06E2}" type="presOf" srcId="{B3900F59-242B-43EA-89C1-69A92C5ABC8D}" destId="{E6EE182A-2B64-D145-8535-FF9ED6B51F46}" srcOrd="0" destOrd="0" presId="urn:microsoft.com/office/officeart/2005/8/layout/cycle2"/>
    <dgm:cxn modelId="{3CEEAA36-AC40-EA4A-91A0-16241928478C}" type="presOf" srcId="{F6D7AA7E-37DD-4BDE-AE8A-5B0D78E2F471}" destId="{48D8A987-E8D6-544A-99D7-8153E8E8518A}" srcOrd="0" destOrd="0" presId="urn:microsoft.com/office/officeart/2005/8/layout/cycle2"/>
    <dgm:cxn modelId="{4311935B-637A-4C49-BEF8-962C8F37D7EC}" type="presOf" srcId="{F9FA0B20-1F03-4092-8FDA-A08C1F472BC1}" destId="{9C6DB6E9-D3D9-4C4A-AEE3-C8A767DD3955}" srcOrd="1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2EC3D74A-4D67-CE42-8236-B5E894551710}" type="presOf" srcId="{A1D25EF6-BAD8-4DF9-B246-A57669854B83}" destId="{B4FAE649-E084-AD4E-8F39-40CDBAF16604}" srcOrd="0" destOrd="0" presId="urn:microsoft.com/office/officeart/2005/8/layout/cycle2"/>
    <dgm:cxn modelId="{898D536B-A4F2-3142-8024-E4928C0B21D1}" type="presOf" srcId="{65768B2E-F17E-4BDC-91AC-549B87D2414B}" destId="{93C3338F-6F61-B049-834F-BED1B722B673}" srcOrd="1" destOrd="0" presId="urn:microsoft.com/office/officeart/2005/8/layout/cycle2"/>
    <dgm:cxn modelId="{2E5F4651-B31C-8B4C-B132-295075F8605B}" type="presOf" srcId="{B3900F59-242B-43EA-89C1-69A92C5ABC8D}" destId="{A64AA815-903E-F04D-A504-4A6A178BDF86}" srcOrd="1" destOrd="0" presId="urn:microsoft.com/office/officeart/2005/8/layout/cycle2"/>
    <dgm:cxn modelId="{5E9A6A55-7D67-644A-B0F1-552D64DB4207}" type="presOf" srcId="{EA474292-EF76-4E49-9689-C3CBE5559D68}" destId="{3FA75F2F-9264-3648-B5B8-FC64489DF9F6}" srcOrd="0" destOrd="0" presId="urn:microsoft.com/office/officeart/2005/8/layout/cycle2"/>
    <dgm:cxn modelId="{59203078-93C1-074F-AF82-826254D71730}" type="presOf" srcId="{4FC972BE-21EA-4E87-9D17-B82089DB6619}" destId="{1430E618-7E26-9E47-A516-A1988F7A8702}" srcOrd="0" destOrd="0" presId="urn:microsoft.com/office/officeart/2005/8/layout/cycle2"/>
    <dgm:cxn modelId="{0FD62E81-79BB-F14A-9651-7F8633F09EE4}" type="presOf" srcId="{255179C2-56F8-460A-88AB-0811F42ADC69}" destId="{615D95B9-5AFA-ED41-A4DC-7A0DB05B5A3E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ECD62A9B-5E1F-9243-8114-228108935304}" type="presOf" srcId="{65768B2E-F17E-4BDC-91AC-549B87D2414B}" destId="{95A2056F-E98D-5B44-9C25-72BD8C72F4AF}" srcOrd="0" destOrd="0" presId="urn:microsoft.com/office/officeart/2005/8/layout/cycle2"/>
    <dgm:cxn modelId="{0411389B-7C71-3E47-B27C-D464F8B14A9B}" type="presOf" srcId="{4D53547F-24AE-411D-9713-A59E5439CA2A}" destId="{0AA35262-0077-BD43-886C-0F0F569DD181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74F6F5A4-00A1-5844-BE22-AF165EE457DE}" type="presOf" srcId="{FF9FA91E-0BDF-473A-B988-DA4598FC42B9}" destId="{DE0C0528-F7E9-FC4B-941B-24A3C2FA2E44}" srcOrd="1" destOrd="0" presId="urn:microsoft.com/office/officeart/2005/8/layout/cycle2"/>
    <dgm:cxn modelId="{85502DD0-D8E2-5643-8F7B-FA12E23852F2}" type="presOf" srcId="{070C54DB-C352-426D-BD5F-F4AD21339F98}" destId="{DB5BB589-6F2E-994B-AC21-5432A3136440}" srcOrd="0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87E41CE2-845A-D745-A433-12A10AA7C7C3}" type="presOf" srcId="{F9FA0B20-1F03-4092-8FDA-A08C1F472BC1}" destId="{BB082C5F-6726-3945-BD75-41423E4FA354}" srcOrd="0" destOrd="0" presId="urn:microsoft.com/office/officeart/2005/8/layout/cycle2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CA33EFF2-2308-0147-A115-72A4AA188122}" type="presOf" srcId="{3EFEF7F6-42CC-4589-817B-32435235D19A}" destId="{3F0CD356-619C-0149-B7BD-3E6B000DCF48}" srcOrd="0" destOrd="0" presId="urn:microsoft.com/office/officeart/2005/8/layout/cycle2"/>
    <dgm:cxn modelId="{43A60BFD-0E6F-8F48-A4A5-42ABA7DED129}" type="presOf" srcId="{EA474292-EF76-4E49-9689-C3CBE5559D68}" destId="{A96EB746-5835-034B-BDD2-EF5BCFE599C6}" srcOrd="1" destOrd="0" presId="urn:microsoft.com/office/officeart/2005/8/layout/cycle2"/>
    <dgm:cxn modelId="{C21F780A-72F2-E344-89FE-6728425D4F81}" type="presParOf" srcId="{48D8A987-E8D6-544A-99D7-8153E8E8518A}" destId="{7E892914-F8F2-1944-AA66-037A691DFF5A}" srcOrd="0" destOrd="0" presId="urn:microsoft.com/office/officeart/2005/8/layout/cycle2"/>
    <dgm:cxn modelId="{B1ADBFF5-D02C-F44D-94AD-D6713C45DF7B}" type="presParOf" srcId="{48D8A987-E8D6-544A-99D7-8153E8E8518A}" destId="{E6EE182A-2B64-D145-8535-FF9ED6B51F46}" srcOrd="1" destOrd="0" presId="urn:microsoft.com/office/officeart/2005/8/layout/cycle2"/>
    <dgm:cxn modelId="{C427C57F-E696-2444-B575-F6634FAA0036}" type="presParOf" srcId="{E6EE182A-2B64-D145-8535-FF9ED6B51F46}" destId="{A64AA815-903E-F04D-A504-4A6A178BDF86}" srcOrd="0" destOrd="0" presId="urn:microsoft.com/office/officeart/2005/8/layout/cycle2"/>
    <dgm:cxn modelId="{B5AA0FF6-0FFF-8047-B6A8-A298A2FBC454}" type="presParOf" srcId="{48D8A987-E8D6-544A-99D7-8153E8E8518A}" destId="{DB5BB589-6F2E-994B-AC21-5432A3136440}" srcOrd="2" destOrd="0" presId="urn:microsoft.com/office/officeart/2005/8/layout/cycle2"/>
    <dgm:cxn modelId="{13433338-870A-6046-84D8-8E827BD02838}" type="presParOf" srcId="{48D8A987-E8D6-544A-99D7-8153E8E8518A}" destId="{DB4D4DDB-362D-644C-854C-AA947558022D}" srcOrd="3" destOrd="0" presId="urn:microsoft.com/office/officeart/2005/8/layout/cycle2"/>
    <dgm:cxn modelId="{9EAEA152-F417-9340-9639-A809989FB7F4}" type="presParOf" srcId="{DB4D4DDB-362D-644C-854C-AA947558022D}" destId="{DE0C0528-F7E9-FC4B-941B-24A3C2FA2E44}" srcOrd="0" destOrd="0" presId="urn:microsoft.com/office/officeart/2005/8/layout/cycle2"/>
    <dgm:cxn modelId="{EA8EF77E-5CDE-D443-BE05-B5E42D6334BC}" type="presParOf" srcId="{48D8A987-E8D6-544A-99D7-8153E8E8518A}" destId="{B4FAE649-E084-AD4E-8F39-40CDBAF16604}" srcOrd="4" destOrd="0" presId="urn:microsoft.com/office/officeart/2005/8/layout/cycle2"/>
    <dgm:cxn modelId="{5F493372-3AAA-3F4D-8741-2DD7718FDB3F}" type="presParOf" srcId="{48D8A987-E8D6-544A-99D7-8153E8E8518A}" destId="{95A2056F-E98D-5B44-9C25-72BD8C72F4AF}" srcOrd="5" destOrd="0" presId="urn:microsoft.com/office/officeart/2005/8/layout/cycle2"/>
    <dgm:cxn modelId="{4005D392-FE10-A64F-B39D-D8413D84F8C0}" type="presParOf" srcId="{95A2056F-E98D-5B44-9C25-72BD8C72F4AF}" destId="{93C3338F-6F61-B049-834F-BED1B722B673}" srcOrd="0" destOrd="0" presId="urn:microsoft.com/office/officeart/2005/8/layout/cycle2"/>
    <dgm:cxn modelId="{C1986444-72BF-C241-98EA-6587B0FC074F}" type="presParOf" srcId="{48D8A987-E8D6-544A-99D7-8153E8E8518A}" destId="{0AA35262-0077-BD43-886C-0F0F569DD181}" srcOrd="6" destOrd="0" presId="urn:microsoft.com/office/officeart/2005/8/layout/cycle2"/>
    <dgm:cxn modelId="{94D09CC6-FF54-3B44-8B2F-F056E6F2FF85}" type="presParOf" srcId="{48D8A987-E8D6-544A-99D7-8153E8E8518A}" destId="{615D95B9-5AFA-ED41-A4DC-7A0DB05B5A3E}" srcOrd="7" destOrd="0" presId="urn:microsoft.com/office/officeart/2005/8/layout/cycle2"/>
    <dgm:cxn modelId="{E0F272C8-3C54-7A4C-976E-CA971B88FC31}" type="presParOf" srcId="{615D95B9-5AFA-ED41-A4DC-7A0DB05B5A3E}" destId="{9748DBAD-7306-394F-B753-BEBF32C16041}" srcOrd="0" destOrd="0" presId="urn:microsoft.com/office/officeart/2005/8/layout/cycle2"/>
    <dgm:cxn modelId="{ED325579-5A96-104A-AF91-910D8E121E1A}" type="presParOf" srcId="{48D8A987-E8D6-544A-99D7-8153E8E8518A}" destId="{1430E618-7E26-9E47-A516-A1988F7A8702}" srcOrd="8" destOrd="0" presId="urn:microsoft.com/office/officeart/2005/8/layout/cycle2"/>
    <dgm:cxn modelId="{C3D715E4-D4FD-3847-83DD-6E9B191385D1}" type="presParOf" srcId="{48D8A987-E8D6-544A-99D7-8153E8E8518A}" destId="{3FA75F2F-9264-3648-B5B8-FC64489DF9F6}" srcOrd="9" destOrd="0" presId="urn:microsoft.com/office/officeart/2005/8/layout/cycle2"/>
    <dgm:cxn modelId="{2938C8A7-4925-D546-AC19-39C6EFCC1504}" type="presParOf" srcId="{3FA75F2F-9264-3648-B5B8-FC64489DF9F6}" destId="{A96EB746-5835-034B-BDD2-EF5BCFE599C6}" srcOrd="0" destOrd="0" presId="urn:microsoft.com/office/officeart/2005/8/layout/cycle2"/>
    <dgm:cxn modelId="{AF0B223B-409B-D349-8E9B-17C590004E59}" type="presParOf" srcId="{48D8A987-E8D6-544A-99D7-8153E8E8518A}" destId="{3F0CD356-619C-0149-B7BD-3E6B000DCF48}" srcOrd="10" destOrd="0" presId="urn:microsoft.com/office/officeart/2005/8/layout/cycle2"/>
    <dgm:cxn modelId="{A000C062-A876-3B4B-8339-F5943F182ECD}" type="presParOf" srcId="{48D8A987-E8D6-544A-99D7-8153E8E8518A}" destId="{BB082C5F-6726-3945-BD75-41423E4FA354}" srcOrd="11" destOrd="0" presId="urn:microsoft.com/office/officeart/2005/8/layout/cycle2"/>
    <dgm:cxn modelId="{24B4415C-0FB8-3E4D-A84A-69789A93B3FA}" type="presParOf" srcId="{BB082C5F-6726-3945-BD75-41423E4FA354}" destId="{9C6DB6E9-D3D9-4C4A-AEE3-C8A767DD395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D26B9B-BAC2-457A-85DA-410CF26D2F3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7BD4DD1F-6D82-493D-A8E0-3F22CC85EA98}">
      <dgm:prSet phldrT="[טקסט]"/>
      <dgm:spPr/>
      <dgm:t>
        <a:bodyPr/>
        <a:lstStyle/>
        <a:p>
          <a:r>
            <a:rPr lang="he-IL" dirty="0"/>
            <a:t>חלקים</a:t>
          </a:r>
          <a:endParaRPr lang="en-US" dirty="0"/>
        </a:p>
      </dgm:t>
    </dgm:pt>
    <dgm:pt modelId="{2349691A-6765-4C72-8A53-238C8DA8586A}" type="parTrans" cxnId="{8F56ACFF-438C-4B91-B9F4-4FA843954201}">
      <dgm:prSet/>
      <dgm:spPr/>
      <dgm:t>
        <a:bodyPr/>
        <a:lstStyle/>
        <a:p>
          <a:endParaRPr lang="en-US"/>
        </a:p>
      </dgm:t>
    </dgm:pt>
    <dgm:pt modelId="{9AF07340-8810-40B4-B90B-7525C39386F3}" type="sibTrans" cxnId="{8F56ACFF-438C-4B91-B9F4-4FA843954201}">
      <dgm:prSet/>
      <dgm:spPr/>
      <dgm:t>
        <a:bodyPr/>
        <a:lstStyle/>
        <a:p>
          <a:endParaRPr lang="en-US"/>
        </a:p>
      </dgm:t>
    </dgm:pt>
    <dgm:pt modelId="{C52E94CB-8E61-403B-9072-3E888790BB0B}">
      <dgm:prSet phldrT="[טקסט]"/>
      <dgm:spPr/>
      <dgm:t>
        <a:bodyPr/>
        <a:lstStyle/>
        <a:p>
          <a:r>
            <a:rPr lang="he-IL" dirty="0"/>
            <a:t>פרויקטים שתבחרו</a:t>
          </a:r>
          <a:endParaRPr lang="en-US" dirty="0"/>
        </a:p>
      </dgm:t>
    </dgm:pt>
    <dgm:pt modelId="{1D5E5AEB-C9CB-4CEB-A4EE-9177F1EEC59D}" type="parTrans" cxnId="{E0604FD7-820B-4F70-8D36-312331FCCDF1}">
      <dgm:prSet/>
      <dgm:spPr/>
      <dgm:t>
        <a:bodyPr/>
        <a:lstStyle/>
        <a:p>
          <a:endParaRPr lang="en-US"/>
        </a:p>
      </dgm:t>
    </dgm:pt>
    <dgm:pt modelId="{1DCC0076-73E9-4073-A94B-DF787D10E421}" type="sibTrans" cxnId="{E0604FD7-820B-4F70-8D36-312331FCCDF1}">
      <dgm:prSet/>
      <dgm:spPr/>
      <dgm:t>
        <a:bodyPr/>
        <a:lstStyle/>
        <a:p>
          <a:endParaRPr lang="en-US"/>
        </a:p>
      </dgm:t>
    </dgm:pt>
    <dgm:pt modelId="{012FE265-7559-4C4A-8CF0-237FC188A1E7}">
      <dgm:prSet phldrT="[טקסט]"/>
      <dgm:spPr/>
      <dgm:t>
        <a:bodyPr/>
        <a:lstStyle/>
        <a:p>
          <a:r>
            <a:rPr lang="he-IL" dirty="0"/>
            <a:t>פיתוח </a:t>
          </a:r>
          <a:r>
            <a:rPr lang="he-IL" dirty="0" err="1"/>
            <a:t>בתעשיה</a:t>
          </a:r>
          <a:endParaRPr lang="en-US" dirty="0"/>
        </a:p>
      </dgm:t>
    </dgm:pt>
    <dgm:pt modelId="{AC7C01A1-472E-45BE-B827-80FFF29BF997}" type="parTrans" cxnId="{87FE4DEC-4ECC-45A7-9F3C-B083C4F40D06}">
      <dgm:prSet/>
      <dgm:spPr/>
      <dgm:t>
        <a:bodyPr/>
        <a:lstStyle/>
        <a:p>
          <a:endParaRPr lang="en-US"/>
        </a:p>
      </dgm:t>
    </dgm:pt>
    <dgm:pt modelId="{3B6411AD-0765-4E16-ADAB-E5F2C00ACD99}" type="sibTrans" cxnId="{87FE4DEC-4ECC-45A7-9F3C-B083C4F40D06}">
      <dgm:prSet/>
      <dgm:spPr/>
      <dgm:t>
        <a:bodyPr/>
        <a:lstStyle/>
        <a:p>
          <a:endParaRPr lang="en-US"/>
        </a:p>
      </dgm:t>
    </dgm:pt>
    <dgm:pt modelId="{9932812E-B147-4E41-8638-2F8E1F3D3082}" type="pres">
      <dgm:prSet presAssocID="{EDD26B9B-BAC2-457A-85DA-410CF26D2F3E}" presName="CompostProcess" presStyleCnt="0">
        <dgm:presLayoutVars>
          <dgm:dir val="rev"/>
          <dgm:resizeHandles val="exact"/>
        </dgm:presLayoutVars>
      </dgm:prSet>
      <dgm:spPr/>
    </dgm:pt>
    <dgm:pt modelId="{D4887CC4-F952-4FFE-A089-C8D3C633A346}" type="pres">
      <dgm:prSet presAssocID="{EDD26B9B-BAC2-457A-85DA-410CF26D2F3E}" presName="arrow" presStyleLbl="bgShp" presStyleIdx="0" presStyleCnt="1"/>
      <dgm:spPr/>
    </dgm:pt>
    <dgm:pt modelId="{36A318FD-7EDC-494F-B2CA-91C66CDA879C}" type="pres">
      <dgm:prSet presAssocID="{EDD26B9B-BAC2-457A-85DA-410CF26D2F3E}" presName="linearProcess" presStyleCnt="0"/>
      <dgm:spPr/>
    </dgm:pt>
    <dgm:pt modelId="{96C1A147-B0EB-416B-B5A2-9BF8799CE463}" type="pres">
      <dgm:prSet presAssocID="{7BD4DD1F-6D82-493D-A8E0-3F22CC85EA98}" presName="textNode" presStyleLbl="node1" presStyleIdx="0" presStyleCnt="3">
        <dgm:presLayoutVars>
          <dgm:bulletEnabled val="1"/>
        </dgm:presLayoutVars>
      </dgm:prSet>
      <dgm:spPr/>
    </dgm:pt>
    <dgm:pt modelId="{51D99BFD-461C-49F1-A0F3-8A27BCAAE886}" type="pres">
      <dgm:prSet presAssocID="{9AF07340-8810-40B4-B90B-7525C39386F3}" presName="sibTrans" presStyleCnt="0"/>
      <dgm:spPr/>
    </dgm:pt>
    <dgm:pt modelId="{4E1E5F36-4C47-4B2F-A95C-FCBB11A30577}" type="pres">
      <dgm:prSet presAssocID="{C52E94CB-8E61-403B-9072-3E888790BB0B}" presName="textNode" presStyleLbl="node1" presStyleIdx="1" presStyleCnt="3">
        <dgm:presLayoutVars>
          <dgm:bulletEnabled val="1"/>
        </dgm:presLayoutVars>
      </dgm:prSet>
      <dgm:spPr/>
    </dgm:pt>
    <dgm:pt modelId="{F7145578-B7F0-4CD7-A2ED-BB555090D49F}" type="pres">
      <dgm:prSet presAssocID="{1DCC0076-73E9-4073-A94B-DF787D10E421}" presName="sibTrans" presStyleCnt="0"/>
      <dgm:spPr/>
    </dgm:pt>
    <dgm:pt modelId="{1E1835AC-BC52-4FA3-8E86-A179AFA99438}" type="pres">
      <dgm:prSet presAssocID="{012FE265-7559-4C4A-8CF0-237FC188A1E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CAA35B24-880D-4F77-B4C9-A539184F661E}" type="presOf" srcId="{7BD4DD1F-6D82-493D-A8E0-3F22CC85EA98}" destId="{96C1A147-B0EB-416B-B5A2-9BF8799CE463}" srcOrd="0" destOrd="0" presId="urn:microsoft.com/office/officeart/2005/8/layout/hProcess9"/>
    <dgm:cxn modelId="{D6E61B2C-14E5-40BC-B482-017EE42F6746}" type="presOf" srcId="{012FE265-7559-4C4A-8CF0-237FC188A1E7}" destId="{1E1835AC-BC52-4FA3-8E86-A179AFA99438}" srcOrd="0" destOrd="0" presId="urn:microsoft.com/office/officeart/2005/8/layout/hProcess9"/>
    <dgm:cxn modelId="{E220EAD6-3C5F-47BB-B875-D8775A1C6B95}" type="presOf" srcId="{C52E94CB-8E61-403B-9072-3E888790BB0B}" destId="{4E1E5F36-4C47-4B2F-A95C-FCBB11A30577}" srcOrd="0" destOrd="0" presId="urn:microsoft.com/office/officeart/2005/8/layout/hProcess9"/>
    <dgm:cxn modelId="{E0604FD7-820B-4F70-8D36-312331FCCDF1}" srcId="{EDD26B9B-BAC2-457A-85DA-410CF26D2F3E}" destId="{C52E94CB-8E61-403B-9072-3E888790BB0B}" srcOrd="1" destOrd="0" parTransId="{1D5E5AEB-C9CB-4CEB-A4EE-9177F1EEC59D}" sibTransId="{1DCC0076-73E9-4073-A94B-DF787D10E421}"/>
    <dgm:cxn modelId="{87FE4DEC-4ECC-45A7-9F3C-B083C4F40D06}" srcId="{EDD26B9B-BAC2-457A-85DA-410CF26D2F3E}" destId="{012FE265-7559-4C4A-8CF0-237FC188A1E7}" srcOrd="2" destOrd="0" parTransId="{AC7C01A1-472E-45BE-B827-80FFF29BF997}" sibTransId="{3B6411AD-0765-4E16-ADAB-E5F2C00ACD99}"/>
    <dgm:cxn modelId="{3186C8F4-87EE-4922-A12A-70A7755752A9}" type="presOf" srcId="{EDD26B9B-BAC2-457A-85DA-410CF26D2F3E}" destId="{9932812E-B147-4E41-8638-2F8E1F3D3082}" srcOrd="0" destOrd="0" presId="urn:microsoft.com/office/officeart/2005/8/layout/hProcess9"/>
    <dgm:cxn modelId="{8F56ACFF-438C-4B91-B9F4-4FA843954201}" srcId="{EDD26B9B-BAC2-457A-85DA-410CF26D2F3E}" destId="{7BD4DD1F-6D82-493D-A8E0-3F22CC85EA98}" srcOrd="0" destOrd="0" parTransId="{2349691A-6765-4C72-8A53-238C8DA8586A}" sibTransId="{9AF07340-8810-40B4-B90B-7525C39386F3}"/>
    <dgm:cxn modelId="{56B70B81-D075-4E2D-9F9F-A28D6728FAFA}" type="presParOf" srcId="{9932812E-B147-4E41-8638-2F8E1F3D3082}" destId="{D4887CC4-F952-4FFE-A089-C8D3C633A346}" srcOrd="0" destOrd="0" presId="urn:microsoft.com/office/officeart/2005/8/layout/hProcess9"/>
    <dgm:cxn modelId="{7A37520F-36BE-4829-BAA5-B2AD976083E9}" type="presParOf" srcId="{9932812E-B147-4E41-8638-2F8E1F3D3082}" destId="{36A318FD-7EDC-494F-B2CA-91C66CDA879C}" srcOrd="1" destOrd="0" presId="urn:microsoft.com/office/officeart/2005/8/layout/hProcess9"/>
    <dgm:cxn modelId="{12CC9B04-2477-4983-B53B-B9D1D2C2C0B6}" type="presParOf" srcId="{36A318FD-7EDC-494F-B2CA-91C66CDA879C}" destId="{96C1A147-B0EB-416B-B5A2-9BF8799CE463}" srcOrd="0" destOrd="0" presId="urn:microsoft.com/office/officeart/2005/8/layout/hProcess9"/>
    <dgm:cxn modelId="{6CE51DF5-F100-4552-ADCA-C214CD36F6AE}" type="presParOf" srcId="{36A318FD-7EDC-494F-B2CA-91C66CDA879C}" destId="{51D99BFD-461C-49F1-A0F3-8A27BCAAE886}" srcOrd="1" destOrd="0" presId="urn:microsoft.com/office/officeart/2005/8/layout/hProcess9"/>
    <dgm:cxn modelId="{54ECFF39-3877-4F9A-A419-219256EA856B}" type="presParOf" srcId="{36A318FD-7EDC-494F-B2CA-91C66CDA879C}" destId="{4E1E5F36-4C47-4B2F-A95C-FCBB11A30577}" srcOrd="2" destOrd="0" presId="urn:microsoft.com/office/officeart/2005/8/layout/hProcess9"/>
    <dgm:cxn modelId="{044C464B-ED74-4C24-87DC-D54DDDFCCF1C}" type="presParOf" srcId="{36A318FD-7EDC-494F-B2CA-91C66CDA879C}" destId="{F7145578-B7F0-4CD7-A2ED-BB555090D49F}" srcOrd="3" destOrd="0" presId="urn:microsoft.com/office/officeart/2005/8/layout/hProcess9"/>
    <dgm:cxn modelId="{6BAFF6A1-BDBF-4D54-B1C3-7266916D1C8E}" type="presParOf" srcId="{36A318FD-7EDC-494F-B2CA-91C66CDA879C}" destId="{1E1835AC-BC52-4FA3-8E86-A179AFA9943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D26B9B-BAC2-457A-85DA-410CF26D2F3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7BD4DD1F-6D82-493D-A8E0-3F22CC85EA98}">
      <dgm:prSet phldrT="[טקסט]"/>
      <dgm:spPr/>
      <dgm:t>
        <a:bodyPr/>
        <a:lstStyle/>
        <a:p>
          <a:r>
            <a:rPr lang="he-IL" dirty="0"/>
            <a:t>חלקים</a:t>
          </a:r>
          <a:endParaRPr lang="en-US" dirty="0"/>
        </a:p>
      </dgm:t>
    </dgm:pt>
    <dgm:pt modelId="{2349691A-6765-4C72-8A53-238C8DA8586A}" type="parTrans" cxnId="{8F56ACFF-438C-4B91-B9F4-4FA843954201}">
      <dgm:prSet/>
      <dgm:spPr/>
      <dgm:t>
        <a:bodyPr/>
        <a:lstStyle/>
        <a:p>
          <a:endParaRPr lang="en-US"/>
        </a:p>
      </dgm:t>
    </dgm:pt>
    <dgm:pt modelId="{9AF07340-8810-40B4-B90B-7525C39386F3}" type="sibTrans" cxnId="{8F56ACFF-438C-4B91-B9F4-4FA843954201}">
      <dgm:prSet/>
      <dgm:spPr/>
      <dgm:t>
        <a:bodyPr/>
        <a:lstStyle/>
        <a:p>
          <a:endParaRPr lang="en-US"/>
        </a:p>
      </dgm:t>
    </dgm:pt>
    <dgm:pt modelId="{C52E94CB-8E61-403B-9072-3E888790BB0B}">
      <dgm:prSet phldrT="[טקסט]"/>
      <dgm:spPr/>
      <dgm:t>
        <a:bodyPr/>
        <a:lstStyle/>
        <a:p>
          <a:r>
            <a:rPr lang="he-IL" dirty="0"/>
            <a:t>פרויקטים שתבחרו</a:t>
          </a:r>
          <a:endParaRPr lang="en-US" dirty="0"/>
        </a:p>
      </dgm:t>
    </dgm:pt>
    <dgm:pt modelId="{1D5E5AEB-C9CB-4CEB-A4EE-9177F1EEC59D}" type="parTrans" cxnId="{E0604FD7-820B-4F70-8D36-312331FCCDF1}">
      <dgm:prSet/>
      <dgm:spPr/>
      <dgm:t>
        <a:bodyPr/>
        <a:lstStyle/>
        <a:p>
          <a:endParaRPr lang="en-US"/>
        </a:p>
      </dgm:t>
    </dgm:pt>
    <dgm:pt modelId="{1DCC0076-73E9-4073-A94B-DF787D10E421}" type="sibTrans" cxnId="{E0604FD7-820B-4F70-8D36-312331FCCDF1}">
      <dgm:prSet/>
      <dgm:spPr/>
      <dgm:t>
        <a:bodyPr/>
        <a:lstStyle/>
        <a:p>
          <a:endParaRPr lang="en-US"/>
        </a:p>
      </dgm:t>
    </dgm:pt>
    <dgm:pt modelId="{012FE265-7559-4C4A-8CF0-237FC188A1E7}">
      <dgm:prSet phldrT="[טקסט]"/>
      <dgm:spPr/>
      <dgm:t>
        <a:bodyPr/>
        <a:lstStyle/>
        <a:p>
          <a:r>
            <a:rPr lang="he-IL" dirty="0"/>
            <a:t>פיתוח </a:t>
          </a:r>
          <a:r>
            <a:rPr lang="he-IL" dirty="0" err="1"/>
            <a:t>לסטארטאפ</a:t>
          </a:r>
          <a:r>
            <a:rPr lang="he-IL" dirty="0"/>
            <a:t>/חברה</a:t>
          </a:r>
          <a:endParaRPr lang="en-US" dirty="0"/>
        </a:p>
      </dgm:t>
    </dgm:pt>
    <dgm:pt modelId="{AC7C01A1-472E-45BE-B827-80FFF29BF997}" type="parTrans" cxnId="{87FE4DEC-4ECC-45A7-9F3C-B083C4F40D06}">
      <dgm:prSet/>
      <dgm:spPr/>
      <dgm:t>
        <a:bodyPr/>
        <a:lstStyle/>
        <a:p>
          <a:endParaRPr lang="en-US"/>
        </a:p>
      </dgm:t>
    </dgm:pt>
    <dgm:pt modelId="{3B6411AD-0765-4E16-ADAB-E5F2C00ACD99}" type="sibTrans" cxnId="{87FE4DEC-4ECC-45A7-9F3C-B083C4F40D06}">
      <dgm:prSet/>
      <dgm:spPr/>
      <dgm:t>
        <a:bodyPr/>
        <a:lstStyle/>
        <a:p>
          <a:endParaRPr lang="en-US"/>
        </a:p>
      </dgm:t>
    </dgm:pt>
    <dgm:pt modelId="{9932812E-B147-4E41-8638-2F8E1F3D3082}" type="pres">
      <dgm:prSet presAssocID="{EDD26B9B-BAC2-457A-85DA-410CF26D2F3E}" presName="CompostProcess" presStyleCnt="0">
        <dgm:presLayoutVars>
          <dgm:dir val="rev"/>
          <dgm:resizeHandles val="exact"/>
        </dgm:presLayoutVars>
      </dgm:prSet>
      <dgm:spPr/>
    </dgm:pt>
    <dgm:pt modelId="{D4887CC4-F952-4FFE-A089-C8D3C633A346}" type="pres">
      <dgm:prSet presAssocID="{EDD26B9B-BAC2-457A-85DA-410CF26D2F3E}" presName="arrow" presStyleLbl="bgShp" presStyleIdx="0" presStyleCnt="1"/>
      <dgm:spPr/>
    </dgm:pt>
    <dgm:pt modelId="{36A318FD-7EDC-494F-B2CA-91C66CDA879C}" type="pres">
      <dgm:prSet presAssocID="{EDD26B9B-BAC2-457A-85DA-410CF26D2F3E}" presName="linearProcess" presStyleCnt="0"/>
      <dgm:spPr/>
    </dgm:pt>
    <dgm:pt modelId="{96C1A147-B0EB-416B-B5A2-9BF8799CE463}" type="pres">
      <dgm:prSet presAssocID="{7BD4DD1F-6D82-493D-A8E0-3F22CC85EA98}" presName="textNode" presStyleLbl="node1" presStyleIdx="0" presStyleCnt="3">
        <dgm:presLayoutVars>
          <dgm:bulletEnabled val="1"/>
        </dgm:presLayoutVars>
      </dgm:prSet>
      <dgm:spPr/>
    </dgm:pt>
    <dgm:pt modelId="{51D99BFD-461C-49F1-A0F3-8A27BCAAE886}" type="pres">
      <dgm:prSet presAssocID="{9AF07340-8810-40B4-B90B-7525C39386F3}" presName="sibTrans" presStyleCnt="0"/>
      <dgm:spPr/>
    </dgm:pt>
    <dgm:pt modelId="{4E1E5F36-4C47-4B2F-A95C-FCBB11A30577}" type="pres">
      <dgm:prSet presAssocID="{C52E94CB-8E61-403B-9072-3E888790BB0B}" presName="textNode" presStyleLbl="node1" presStyleIdx="1" presStyleCnt="3">
        <dgm:presLayoutVars>
          <dgm:bulletEnabled val="1"/>
        </dgm:presLayoutVars>
      </dgm:prSet>
      <dgm:spPr/>
    </dgm:pt>
    <dgm:pt modelId="{F7145578-B7F0-4CD7-A2ED-BB555090D49F}" type="pres">
      <dgm:prSet presAssocID="{1DCC0076-73E9-4073-A94B-DF787D10E421}" presName="sibTrans" presStyleCnt="0"/>
      <dgm:spPr/>
    </dgm:pt>
    <dgm:pt modelId="{1E1835AC-BC52-4FA3-8E86-A179AFA99438}" type="pres">
      <dgm:prSet presAssocID="{012FE265-7559-4C4A-8CF0-237FC188A1E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CAA35B24-880D-4F77-B4C9-A539184F661E}" type="presOf" srcId="{7BD4DD1F-6D82-493D-A8E0-3F22CC85EA98}" destId="{96C1A147-B0EB-416B-B5A2-9BF8799CE463}" srcOrd="0" destOrd="0" presId="urn:microsoft.com/office/officeart/2005/8/layout/hProcess9"/>
    <dgm:cxn modelId="{D6E61B2C-14E5-40BC-B482-017EE42F6746}" type="presOf" srcId="{012FE265-7559-4C4A-8CF0-237FC188A1E7}" destId="{1E1835AC-BC52-4FA3-8E86-A179AFA99438}" srcOrd="0" destOrd="0" presId="urn:microsoft.com/office/officeart/2005/8/layout/hProcess9"/>
    <dgm:cxn modelId="{E220EAD6-3C5F-47BB-B875-D8775A1C6B95}" type="presOf" srcId="{C52E94CB-8E61-403B-9072-3E888790BB0B}" destId="{4E1E5F36-4C47-4B2F-A95C-FCBB11A30577}" srcOrd="0" destOrd="0" presId="urn:microsoft.com/office/officeart/2005/8/layout/hProcess9"/>
    <dgm:cxn modelId="{E0604FD7-820B-4F70-8D36-312331FCCDF1}" srcId="{EDD26B9B-BAC2-457A-85DA-410CF26D2F3E}" destId="{C52E94CB-8E61-403B-9072-3E888790BB0B}" srcOrd="1" destOrd="0" parTransId="{1D5E5AEB-C9CB-4CEB-A4EE-9177F1EEC59D}" sibTransId="{1DCC0076-73E9-4073-A94B-DF787D10E421}"/>
    <dgm:cxn modelId="{87FE4DEC-4ECC-45A7-9F3C-B083C4F40D06}" srcId="{EDD26B9B-BAC2-457A-85DA-410CF26D2F3E}" destId="{012FE265-7559-4C4A-8CF0-237FC188A1E7}" srcOrd="2" destOrd="0" parTransId="{AC7C01A1-472E-45BE-B827-80FFF29BF997}" sibTransId="{3B6411AD-0765-4E16-ADAB-E5F2C00ACD99}"/>
    <dgm:cxn modelId="{3186C8F4-87EE-4922-A12A-70A7755752A9}" type="presOf" srcId="{EDD26B9B-BAC2-457A-85DA-410CF26D2F3E}" destId="{9932812E-B147-4E41-8638-2F8E1F3D3082}" srcOrd="0" destOrd="0" presId="urn:microsoft.com/office/officeart/2005/8/layout/hProcess9"/>
    <dgm:cxn modelId="{8F56ACFF-438C-4B91-B9F4-4FA843954201}" srcId="{EDD26B9B-BAC2-457A-85DA-410CF26D2F3E}" destId="{7BD4DD1F-6D82-493D-A8E0-3F22CC85EA98}" srcOrd="0" destOrd="0" parTransId="{2349691A-6765-4C72-8A53-238C8DA8586A}" sibTransId="{9AF07340-8810-40B4-B90B-7525C39386F3}"/>
    <dgm:cxn modelId="{56B70B81-D075-4E2D-9F9F-A28D6728FAFA}" type="presParOf" srcId="{9932812E-B147-4E41-8638-2F8E1F3D3082}" destId="{D4887CC4-F952-4FFE-A089-C8D3C633A346}" srcOrd="0" destOrd="0" presId="urn:microsoft.com/office/officeart/2005/8/layout/hProcess9"/>
    <dgm:cxn modelId="{7A37520F-36BE-4829-BAA5-B2AD976083E9}" type="presParOf" srcId="{9932812E-B147-4E41-8638-2F8E1F3D3082}" destId="{36A318FD-7EDC-494F-B2CA-91C66CDA879C}" srcOrd="1" destOrd="0" presId="urn:microsoft.com/office/officeart/2005/8/layout/hProcess9"/>
    <dgm:cxn modelId="{12CC9B04-2477-4983-B53B-B9D1D2C2C0B6}" type="presParOf" srcId="{36A318FD-7EDC-494F-B2CA-91C66CDA879C}" destId="{96C1A147-B0EB-416B-B5A2-9BF8799CE463}" srcOrd="0" destOrd="0" presId="urn:microsoft.com/office/officeart/2005/8/layout/hProcess9"/>
    <dgm:cxn modelId="{6CE51DF5-F100-4552-ADCA-C214CD36F6AE}" type="presParOf" srcId="{36A318FD-7EDC-494F-B2CA-91C66CDA879C}" destId="{51D99BFD-461C-49F1-A0F3-8A27BCAAE886}" srcOrd="1" destOrd="0" presId="urn:microsoft.com/office/officeart/2005/8/layout/hProcess9"/>
    <dgm:cxn modelId="{54ECFF39-3877-4F9A-A419-219256EA856B}" type="presParOf" srcId="{36A318FD-7EDC-494F-B2CA-91C66CDA879C}" destId="{4E1E5F36-4C47-4B2F-A95C-FCBB11A30577}" srcOrd="2" destOrd="0" presId="urn:microsoft.com/office/officeart/2005/8/layout/hProcess9"/>
    <dgm:cxn modelId="{044C464B-ED74-4C24-87DC-D54DDDFCCF1C}" type="presParOf" srcId="{36A318FD-7EDC-494F-B2CA-91C66CDA879C}" destId="{F7145578-B7F0-4CD7-A2ED-BB555090D49F}" srcOrd="3" destOrd="0" presId="urn:microsoft.com/office/officeart/2005/8/layout/hProcess9"/>
    <dgm:cxn modelId="{6BAFF6A1-BDBF-4D54-B1C3-7266916D1C8E}" type="presParOf" srcId="{36A318FD-7EDC-494F-B2CA-91C66CDA879C}" destId="{1E1835AC-BC52-4FA3-8E86-A179AFA9943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D7AA7E-37DD-4BDE-AE8A-5B0D78E2F471}" type="doc">
      <dgm:prSet loTypeId="urn:microsoft.com/office/officeart/2005/8/layout/cycle2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2544D88-BD0D-4709-A5B3-BAAAD55BA29E}">
      <dgm:prSet phldrT="[טקסט]"/>
      <dgm:spPr/>
      <dgm:t>
        <a:bodyPr/>
        <a:lstStyle/>
        <a:p>
          <a:r>
            <a:rPr lang="he-IL" dirty="0"/>
            <a:t>עניין</a:t>
          </a:r>
          <a:endParaRPr lang="en-US" dirty="0"/>
        </a:p>
      </dgm:t>
    </dgm:pt>
    <dgm:pt modelId="{DB5FA6F2-5756-43FD-A265-2B7F9A62D8C3}" type="parTrans" cxnId="{047A3543-1535-481B-8951-7C6B2523F3E0}">
      <dgm:prSet/>
      <dgm:spPr/>
      <dgm:t>
        <a:bodyPr/>
        <a:lstStyle/>
        <a:p>
          <a:endParaRPr lang="en-US"/>
        </a:p>
      </dgm:t>
    </dgm:pt>
    <dgm:pt modelId="{B3900F59-242B-43EA-89C1-69A92C5ABC8D}" type="sibTrans" cxnId="{047A3543-1535-481B-8951-7C6B2523F3E0}">
      <dgm:prSet/>
      <dgm:spPr/>
      <dgm:t>
        <a:bodyPr/>
        <a:lstStyle/>
        <a:p>
          <a:endParaRPr lang="en-US"/>
        </a:p>
      </dgm:t>
    </dgm:pt>
    <dgm:pt modelId="{070C54DB-C352-426D-BD5F-F4AD21339F98}">
      <dgm:prSet phldrT="[טקסט]"/>
      <dgm:spPr/>
      <dgm:t>
        <a:bodyPr/>
        <a:lstStyle/>
        <a:p>
          <a:r>
            <a:rPr lang="he-IL" dirty="0"/>
            <a:t>איך עושים זאת</a:t>
          </a:r>
          <a:endParaRPr lang="en-US" dirty="0"/>
        </a:p>
      </dgm:t>
    </dgm:pt>
    <dgm:pt modelId="{2EE84A97-5201-42A8-9BBB-5B12F19A78D4}" type="parTrans" cxnId="{C2C518D8-4C12-437D-8025-8157291AB4C5}">
      <dgm:prSet/>
      <dgm:spPr/>
      <dgm:t>
        <a:bodyPr/>
        <a:lstStyle/>
        <a:p>
          <a:endParaRPr lang="en-US"/>
        </a:p>
      </dgm:t>
    </dgm:pt>
    <dgm:pt modelId="{FF9FA91E-0BDF-473A-B988-DA4598FC42B9}" type="sibTrans" cxnId="{C2C518D8-4C12-437D-8025-8157291AB4C5}">
      <dgm:prSet/>
      <dgm:spPr/>
      <dgm:t>
        <a:bodyPr/>
        <a:lstStyle/>
        <a:p>
          <a:endParaRPr lang="en-US"/>
        </a:p>
      </dgm:t>
    </dgm:pt>
    <dgm:pt modelId="{A1D25EF6-BAD8-4DF9-B246-A57669854B83}">
      <dgm:prSet phldrT="[טקסט]"/>
      <dgm:spPr/>
      <dgm:t>
        <a:bodyPr/>
        <a:lstStyle/>
        <a:p>
          <a:r>
            <a:rPr lang="he-IL" dirty="0"/>
            <a:t>ניסיון</a:t>
          </a:r>
          <a:endParaRPr lang="en-US" dirty="0"/>
        </a:p>
      </dgm:t>
    </dgm:pt>
    <dgm:pt modelId="{4DC6218E-9831-4288-B8AF-598F4074DD0B}" type="parTrans" cxnId="{08918246-5313-4237-B68C-24F6D44664D3}">
      <dgm:prSet/>
      <dgm:spPr/>
      <dgm:t>
        <a:bodyPr/>
        <a:lstStyle/>
        <a:p>
          <a:endParaRPr lang="en-US"/>
        </a:p>
      </dgm:t>
    </dgm:pt>
    <dgm:pt modelId="{65768B2E-F17E-4BDC-91AC-549B87D2414B}" type="sibTrans" cxnId="{08918246-5313-4237-B68C-24F6D44664D3}">
      <dgm:prSet/>
      <dgm:spPr/>
      <dgm:t>
        <a:bodyPr/>
        <a:lstStyle/>
        <a:p>
          <a:endParaRPr lang="en-US"/>
        </a:p>
      </dgm:t>
    </dgm:pt>
    <dgm:pt modelId="{4D53547F-24AE-411D-9713-A59E5439CA2A}">
      <dgm:prSet phldrT="[טקסט]"/>
      <dgm:spPr/>
      <dgm:t>
        <a:bodyPr/>
        <a:lstStyle/>
        <a:p>
          <a:r>
            <a:rPr lang="he-IL" dirty="0"/>
            <a:t>טעות</a:t>
          </a:r>
          <a:endParaRPr lang="en-US" dirty="0"/>
        </a:p>
      </dgm:t>
    </dgm:pt>
    <dgm:pt modelId="{EECD460F-5733-4655-9682-29F978397053}" type="parTrans" cxnId="{7DF88B98-6775-4A9B-A5F6-7362D104E75A}">
      <dgm:prSet/>
      <dgm:spPr/>
      <dgm:t>
        <a:bodyPr/>
        <a:lstStyle/>
        <a:p>
          <a:endParaRPr lang="en-US"/>
        </a:p>
      </dgm:t>
    </dgm:pt>
    <dgm:pt modelId="{255179C2-56F8-460A-88AB-0811F42ADC69}" type="sibTrans" cxnId="{7DF88B98-6775-4A9B-A5F6-7362D104E75A}">
      <dgm:prSet/>
      <dgm:spPr/>
      <dgm:t>
        <a:bodyPr/>
        <a:lstStyle/>
        <a:p>
          <a:endParaRPr lang="en-US"/>
        </a:p>
      </dgm:t>
    </dgm:pt>
    <dgm:pt modelId="{4FC972BE-21EA-4E87-9D17-B82089DB6619}">
      <dgm:prSet phldrT="[טקסט]"/>
      <dgm:spPr/>
      <dgm:t>
        <a:bodyPr/>
        <a:lstStyle/>
        <a:p>
          <a:r>
            <a:rPr lang="he-IL" dirty="0"/>
            <a:t>לימוד קבוצתי מהטעות</a:t>
          </a:r>
          <a:endParaRPr lang="en-US" dirty="0"/>
        </a:p>
      </dgm:t>
    </dgm:pt>
    <dgm:pt modelId="{B7F7B6FD-936A-41F8-B3D1-430724E5917A}" type="parTrans" cxnId="{F90D10A4-5101-487A-ADDA-8A1A775E09FF}">
      <dgm:prSet/>
      <dgm:spPr/>
      <dgm:t>
        <a:bodyPr/>
        <a:lstStyle/>
        <a:p>
          <a:endParaRPr lang="en-US"/>
        </a:p>
      </dgm:t>
    </dgm:pt>
    <dgm:pt modelId="{EA474292-EF76-4E49-9689-C3CBE5559D68}" type="sibTrans" cxnId="{F90D10A4-5101-487A-ADDA-8A1A775E09FF}">
      <dgm:prSet/>
      <dgm:spPr/>
      <dgm:t>
        <a:bodyPr/>
        <a:lstStyle/>
        <a:p>
          <a:endParaRPr lang="en-US"/>
        </a:p>
      </dgm:t>
    </dgm:pt>
    <dgm:pt modelId="{3EFEF7F6-42CC-4589-817B-32435235D19A}">
      <dgm:prSet/>
      <dgm:spPr/>
      <dgm:t>
        <a:bodyPr/>
        <a:lstStyle/>
        <a:p>
          <a:r>
            <a:rPr lang="he-IL" dirty="0"/>
            <a:t>שיפור</a:t>
          </a:r>
          <a:endParaRPr lang="en-US" dirty="0"/>
        </a:p>
      </dgm:t>
    </dgm:pt>
    <dgm:pt modelId="{A4135986-8EEB-4366-915C-6A1EFD46A817}" type="parTrans" cxnId="{BADD59E6-C66E-4A5F-A7D0-179D365B6F12}">
      <dgm:prSet/>
      <dgm:spPr/>
      <dgm:t>
        <a:bodyPr/>
        <a:lstStyle/>
        <a:p>
          <a:endParaRPr lang="en-US"/>
        </a:p>
      </dgm:t>
    </dgm:pt>
    <dgm:pt modelId="{F9FA0B20-1F03-4092-8FDA-A08C1F472BC1}" type="sibTrans" cxnId="{BADD59E6-C66E-4A5F-A7D0-179D365B6F12}">
      <dgm:prSet/>
      <dgm:spPr/>
      <dgm:t>
        <a:bodyPr/>
        <a:lstStyle/>
        <a:p>
          <a:endParaRPr lang="en-US"/>
        </a:p>
      </dgm:t>
    </dgm:pt>
    <dgm:pt modelId="{D671F792-2D6B-474F-9C3D-5E72C4442EFB}" type="pres">
      <dgm:prSet presAssocID="{F6D7AA7E-37DD-4BDE-AE8A-5B0D78E2F471}" presName="cycle" presStyleCnt="0">
        <dgm:presLayoutVars>
          <dgm:dir/>
          <dgm:resizeHandles val="exact"/>
        </dgm:presLayoutVars>
      </dgm:prSet>
      <dgm:spPr/>
    </dgm:pt>
    <dgm:pt modelId="{CD2F84ED-A21B-438A-96FB-90F0584E4C02}" type="pres">
      <dgm:prSet presAssocID="{82544D88-BD0D-4709-A5B3-BAAAD55BA29E}" presName="node" presStyleLbl="node1" presStyleIdx="0" presStyleCnt="6">
        <dgm:presLayoutVars>
          <dgm:bulletEnabled val="1"/>
        </dgm:presLayoutVars>
      </dgm:prSet>
      <dgm:spPr/>
    </dgm:pt>
    <dgm:pt modelId="{9DC509D3-E856-4FBD-819B-BCFF4D24D467}" type="pres">
      <dgm:prSet presAssocID="{B3900F59-242B-43EA-89C1-69A92C5ABC8D}" presName="sibTrans" presStyleLbl="sibTrans2D1" presStyleIdx="0" presStyleCnt="6"/>
      <dgm:spPr/>
    </dgm:pt>
    <dgm:pt modelId="{3D4239C2-77AD-45D7-986C-ED7A8AF82873}" type="pres">
      <dgm:prSet presAssocID="{B3900F59-242B-43EA-89C1-69A92C5ABC8D}" presName="connectorText" presStyleLbl="sibTrans2D1" presStyleIdx="0" presStyleCnt="6"/>
      <dgm:spPr/>
    </dgm:pt>
    <dgm:pt modelId="{66DD604B-73AF-4485-8DFC-9C21E959573B}" type="pres">
      <dgm:prSet presAssocID="{070C54DB-C352-426D-BD5F-F4AD21339F98}" presName="node" presStyleLbl="node1" presStyleIdx="1" presStyleCnt="6">
        <dgm:presLayoutVars>
          <dgm:bulletEnabled val="1"/>
        </dgm:presLayoutVars>
      </dgm:prSet>
      <dgm:spPr/>
    </dgm:pt>
    <dgm:pt modelId="{98436BF7-369F-4F26-8AD6-3A6F787ECE1B}" type="pres">
      <dgm:prSet presAssocID="{FF9FA91E-0BDF-473A-B988-DA4598FC42B9}" presName="sibTrans" presStyleLbl="sibTrans2D1" presStyleIdx="1" presStyleCnt="6"/>
      <dgm:spPr/>
    </dgm:pt>
    <dgm:pt modelId="{0638BF99-0853-4C7F-8AB5-CA33EFAB7C64}" type="pres">
      <dgm:prSet presAssocID="{FF9FA91E-0BDF-473A-B988-DA4598FC42B9}" presName="connectorText" presStyleLbl="sibTrans2D1" presStyleIdx="1" presStyleCnt="6"/>
      <dgm:spPr/>
    </dgm:pt>
    <dgm:pt modelId="{9361F8C5-D2D9-4E7C-80CE-EE6714EA4B33}" type="pres">
      <dgm:prSet presAssocID="{A1D25EF6-BAD8-4DF9-B246-A57669854B83}" presName="node" presStyleLbl="node1" presStyleIdx="2" presStyleCnt="6">
        <dgm:presLayoutVars>
          <dgm:bulletEnabled val="1"/>
        </dgm:presLayoutVars>
      </dgm:prSet>
      <dgm:spPr/>
    </dgm:pt>
    <dgm:pt modelId="{D23D2CD3-6F32-4F3C-AABA-D16C228AFFC1}" type="pres">
      <dgm:prSet presAssocID="{65768B2E-F17E-4BDC-91AC-549B87D2414B}" presName="sibTrans" presStyleLbl="sibTrans2D1" presStyleIdx="2" presStyleCnt="6"/>
      <dgm:spPr/>
    </dgm:pt>
    <dgm:pt modelId="{8DE7CDD6-7394-40DC-87C4-42AF635837C4}" type="pres">
      <dgm:prSet presAssocID="{65768B2E-F17E-4BDC-91AC-549B87D2414B}" presName="connectorText" presStyleLbl="sibTrans2D1" presStyleIdx="2" presStyleCnt="6"/>
      <dgm:spPr/>
    </dgm:pt>
    <dgm:pt modelId="{B2163300-FC63-4086-98E6-D98B88B55EB2}" type="pres">
      <dgm:prSet presAssocID="{4D53547F-24AE-411D-9713-A59E5439CA2A}" presName="node" presStyleLbl="node1" presStyleIdx="3" presStyleCnt="6">
        <dgm:presLayoutVars>
          <dgm:bulletEnabled val="1"/>
        </dgm:presLayoutVars>
      </dgm:prSet>
      <dgm:spPr/>
    </dgm:pt>
    <dgm:pt modelId="{1F4461EC-EDDF-42F9-9209-F7B10E960CCC}" type="pres">
      <dgm:prSet presAssocID="{255179C2-56F8-460A-88AB-0811F42ADC69}" presName="sibTrans" presStyleLbl="sibTrans2D1" presStyleIdx="3" presStyleCnt="6"/>
      <dgm:spPr/>
    </dgm:pt>
    <dgm:pt modelId="{57010D1F-0D38-47C4-9FC8-B94F107CCC9D}" type="pres">
      <dgm:prSet presAssocID="{255179C2-56F8-460A-88AB-0811F42ADC69}" presName="connectorText" presStyleLbl="sibTrans2D1" presStyleIdx="3" presStyleCnt="6"/>
      <dgm:spPr/>
    </dgm:pt>
    <dgm:pt modelId="{E733B983-E3DD-49D5-BF0D-0C14CC0EDD31}" type="pres">
      <dgm:prSet presAssocID="{4FC972BE-21EA-4E87-9D17-B82089DB6619}" presName="node" presStyleLbl="node1" presStyleIdx="4" presStyleCnt="6">
        <dgm:presLayoutVars>
          <dgm:bulletEnabled val="1"/>
        </dgm:presLayoutVars>
      </dgm:prSet>
      <dgm:spPr/>
    </dgm:pt>
    <dgm:pt modelId="{E17CB246-EF6C-4708-ACC7-95ED2937F1A3}" type="pres">
      <dgm:prSet presAssocID="{EA474292-EF76-4E49-9689-C3CBE5559D68}" presName="sibTrans" presStyleLbl="sibTrans2D1" presStyleIdx="4" presStyleCnt="6"/>
      <dgm:spPr/>
    </dgm:pt>
    <dgm:pt modelId="{8F2C67F0-48E9-4626-BAA8-34E683C40D3E}" type="pres">
      <dgm:prSet presAssocID="{EA474292-EF76-4E49-9689-C3CBE5559D68}" presName="connectorText" presStyleLbl="sibTrans2D1" presStyleIdx="4" presStyleCnt="6"/>
      <dgm:spPr/>
    </dgm:pt>
    <dgm:pt modelId="{A8CBEE61-1F20-4B3C-83E1-CCEC89EA0498}" type="pres">
      <dgm:prSet presAssocID="{3EFEF7F6-42CC-4589-817B-32435235D19A}" presName="node" presStyleLbl="node1" presStyleIdx="5" presStyleCnt="6">
        <dgm:presLayoutVars>
          <dgm:bulletEnabled val="1"/>
        </dgm:presLayoutVars>
      </dgm:prSet>
      <dgm:spPr/>
    </dgm:pt>
    <dgm:pt modelId="{CCCDC119-36F8-43ED-867B-4E93B2BC311D}" type="pres">
      <dgm:prSet presAssocID="{F9FA0B20-1F03-4092-8FDA-A08C1F472BC1}" presName="sibTrans" presStyleLbl="sibTrans2D1" presStyleIdx="5" presStyleCnt="6"/>
      <dgm:spPr/>
    </dgm:pt>
    <dgm:pt modelId="{F2F31493-ED57-403D-A755-AD4EC2E3ED11}" type="pres">
      <dgm:prSet presAssocID="{F9FA0B20-1F03-4092-8FDA-A08C1F472BC1}" presName="connectorText" presStyleLbl="sibTrans2D1" presStyleIdx="5" presStyleCnt="6"/>
      <dgm:spPr/>
    </dgm:pt>
  </dgm:ptLst>
  <dgm:cxnLst>
    <dgm:cxn modelId="{0CAAAA33-6A9E-4BC0-AEF4-29AEDE78A23D}" type="presOf" srcId="{65768B2E-F17E-4BDC-91AC-549B87D2414B}" destId="{D23D2CD3-6F32-4F3C-AABA-D16C228AFFC1}" srcOrd="0" destOrd="0" presId="urn:microsoft.com/office/officeart/2005/8/layout/cycle2"/>
    <dgm:cxn modelId="{E415A836-F7D8-4C71-A5D6-5FCA7527F640}" type="presOf" srcId="{A1D25EF6-BAD8-4DF9-B246-A57669854B83}" destId="{9361F8C5-D2D9-4E7C-80CE-EE6714EA4B33}" srcOrd="0" destOrd="0" presId="urn:microsoft.com/office/officeart/2005/8/layout/cycle2"/>
    <dgm:cxn modelId="{047A3543-1535-481B-8951-7C6B2523F3E0}" srcId="{F6D7AA7E-37DD-4BDE-AE8A-5B0D78E2F471}" destId="{82544D88-BD0D-4709-A5B3-BAAAD55BA29E}" srcOrd="0" destOrd="0" parTransId="{DB5FA6F2-5756-43FD-A265-2B7F9A62D8C3}" sibTransId="{B3900F59-242B-43EA-89C1-69A92C5ABC8D}"/>
    <dgm:cxn modelId="{A1FEA065-D05E-4225-A86D-74A12333BCD7}" type="presOf" srcId="{EA474292-EF76-4E49-9689-C3CBE5559D68}" destId="{E17CB246-EF6C-4708-ACC7-95ED2937F1A3}" srcOrd="0" destOrd="0" presId="urn:microsoft.com/office/officeart/2005/8/layout/cycle2"/>
    <dgm:cxn modelId="{08918246-5313-4237-B68C-24F6D44664D3}" srcId="{F6D7AA7E-37DD-4BDE-AE8A-5B0D78E2F471}" destId="{A1D25EF6-BAD8-4DF9-B246-A57669854B83}" srcOrd="2" destOrd="0" parTransId="{4DC6218E-9831-4288-B8AF-598F4074DD0B}" sibTransId="{65768B2E-F17E-4BDC-91AC-549B87D2414B}"/>
    <dgm:cxn modelId="{93368547-634B-4E46-916D-5873AADFDA4C}" type="presOf" srcId="{B3900F59-242B-43EA-89C1-69A92C5ABC8D}" destId="{3D4239C2-77AD-45D7-986C-ED7A8AF82873}" srcOrd="1" destOrd="0" presId="urn:microsoft.com/office/officeart/2005/8/layout/cycle2"/>
    <dgm:cxn modelId="{9201C768-06C1-4086-B908-E68EE5957E43}" type="presOf" srcId="{4D53547F-24AE-411D-9713-A59E5439CA2A}" destId="{B2163300-FC63-4086-98E6-D98B88B55EB2}" srcOrd="0" destOrd="0" presId="urn:microsoft.com/office/officeart/2005/8/layout/cycle2"/>
    <dgm:cxn modelId="{A01FDE6C-E2D9-4193-80B8-050AE5323220}" type="presOf" srcId="{FF9FA91E-0BDF-473A-B988-DA4598FC42B9}" destId="{98436BF7-369F-4F26-8AD6-3A6F787ECE1B}" srcOrd="0" destOrd="0" presId="urn:microsoft.com/office/officeart/2005/8/layout/cycle2"/>
    <dgm:cxn modelId="{108AAF52-BABD-447C-8707-F688EDB2EC91}" type="presOf" srcId="{EA474292-EF76-4E49-9689-C3CBE5559D68}" destId="{8F2C67F0-48E9-4626-BAA8-34E683C40D3E}" srcOrd="1" destOrd="0" presId="urn:microsoft.com/office/officeart/2005/8/layout/cycle2"/>
    <dgm:cxn modelId="{09D11376-F72C-472A-9966-E744E487BCFA}" type="presOf" srcId="{F6D7AA7E-37DD-4BDE-AE8A-5B0D78E2F471}" destId="{D671F792-2D6B-474F-9C3D-5E72C4442EFB}" srcOrd="0" destOrd="0" presId="urn:microsoft.com/office/officeart/2005/8/layout/cycle2"/>
    <dgm:cxn modelId="{BE112D7B-D99E-41F3-9EF4-E6AF35939F59}" type="presOf" srcId="{F9FA0B20-1F03-4092-8FDA-A08C1F472BC1}" destId="{CCCDC119-36F8-43ED-867B-4E93B2BC311D}" srcOrd="0" destOrd="0" presId="urn:microsoft.com/office/officeart/2005/8/layout/cycle2"/>
    <dgm:cxn modelId="{37E68E7C-7251-497F-BA21-AAD84D779658}" type="presOf" srcId="{070C54DB-C352-426D-BD5F-F4AD21339F98}" destId="{66DD604B-73AF-4485-8DFC-9C21E959573B}" srcOrd="0" destOrd="0" presId="urn:microsoft.com/office/officeart/2005/8/layout/cycle2"/>
    <dgm:cxn modelId="{DAA42983-3726-4FF0-B886-2B38707D56F8}" type="presOf" srcId="{65768B2E-F17E-4BDC-91AC-549B87D2414B}" destId="{8DE7CDD6-7394-40DC-87C4-42AF635837C4}" srcOrd="1" destOrd="0" presId="urn:microsoft.com/office/officeart/2005/8/layout/cycle2"/>
    <dgm:cxn modelId="{FF01B291-08C4-4167-990B-DB173D4D403B}" type="presOf" srcId="{82544D88-BD0D-4709-A5B3-BAAAD55BA29E}" destId="{CD2F84ED-A21B-438A-96FB-90F0584E4C02}" srcOrd="0" destOrd="0" presId="urn:microsoft.com/office/officeart/2005/8/layout/cycle2"/>
    <dgm:cxn modelId="{7DF88B98-6775-4A9B-A5F6-7362D104E75A}" srcId="{F6D7AA7E-37DD-4BDE-AE8A-5B0D78E2F471}" destId="{4D53547F-24AE-411D-9713-A59E5439CA2A}" srcOrd="3" destOrd="0" parTransId="{EECD460F-5733-4655-9682-29F978397053}" sibTransId="{255179C2-56F8-460A-88AB-0811F42ADC69}"/>
    <dgm:cxn modelId="{4D5228A3-7FBE-4FD1-AD7E-3309825BB1D2}" type="presOf" srcId="{255179C2-56F8-460A-88AB-0811F42ADC69}" destId="{1F4461EC-EDDF-42F9-9209-F7B10E960CCC}" srcOrd="0" destOrd="0" presId="urn:microsoft.com/office/officeart/2005/8/layout/cycle2"/>
    <dgm:cxn modelId="{F90D10A4-5101-487A-ADDA-8A1A775E09FF}" srcId="{F6D7AA7E-37DD-4BDE-AE8A-5B0D78E2F471}" destId="{4FC972BE-21EA-4E87-9D17-B82089DB6619}" srcOrd="4" destOrd="0" parTransId="{B7F7B6FD-936A-41F8-B3D1-430724E5917A}" sibTransId="{EA474292-EF76-4E49-9689-C3CBE5559D68}"/>
    <dgm:cxn modelId="{D8252AB8-CD51-445A-85F5-45DED33F6193}" type="presOf" srcId="{F9FA0B20-1F03-4092-8FDA-A08C1F472BC1}" destId="{F2F31493-ED57-403D-A755-AD4EC2E3ED11}" srcOrd="1" destOrd="0" presId="urn:microsoft.com/office/officeart/2005/8/layout/cycle2"/>
    <dgm:cxn modelId="{B706C3B8-5999-46C0-B747-96BCA1C89915}" type="presOf" srcId="{4FC972BE-21EA-4E87-9D17-B82089DB6619}" destId="{E733B983-E3DD-49D5-BF0D-0C14CC0EDD31}" srcOrd="0" destOrd="0" presId="urn:microsoft.com/office/officeart/2005/8/layout/cycle2"/>
    <dgm:cxn modelId="{AF3D8FB9-D402-4E0E-8243-A447357CD83D}" type="presOf" srcId="{FF9FA91E-0BDF-473A-B988-DA4598FC42B9}" destId="{0638BF99-0853-4C7F-8AB5-CA33EFAB7C64}" srcOrd="1" destOrd="0" presId="urn:microsoft.com/office/officeart/2005/8/layout/cycle2"/>
    <dgm:cxn modelId="{C2C518D8-4C12-437D-8025-8157291AB4C5}" srcId="{F6D7AA7E-37DD-4BDE-AE8A-5B0D78E2F471}" destId="{070C54DB-C352-426D-BD5F-F4AD21339F98}" srcOrd="1" destOrd="0" parTransId="{2EE84A97-5201-42A8-9BBB-5B12F19A78D4}" sibTransId="{FF9FA91E-0BDF-473A-B988-DA4598FC42B9}"/>
    <dgm:cxn modelId="{BADD59E6-C66E-4A5F-A7D0-179D365B6F12}" srcId="{F6D7AA7E-37DD-4BDE-AE8A-5B0D78E2F471}" destId="{3EFEF7F6-42CC-4589-817B-32435235D19A}" srcOrd="5" destOrd="0" parTransId="{A4135986-8EEB-4366-915C-6A1EFD46A817}" sibTransId="{F9FA0B20-1F03-4092-8FDA-A08C1F472BC1}"/>
    <dgm:cxn modelId="{00EAB3E7-DBE0-4D4B-AB1E-734CFAA68D3D}" type="presOf" srcId="{B3900F59-242B-43EA-89C1-69A92C5ABC8D}" destId="{9DC509D3-E856-4FBD-819B-BCFF4D24D467}" srcOrd="0" destOrd="0" presId="urn:microsoft.com/office/officeart/2005/8/layout/cycle2"/>
    <dgm:cxn modelId="{973018EA-9729-449F-AAD8-4103665B6478}" type="presOf" srcId="{255179C2-56F8-460A-88AB-0811F42ADC69}" destId="{57010D1F-0D38-47C4-9FC8-B94F107CCC9D}" srcOrd="1" destOrd="0" presId="urn:microsoft.com/office/officeart/2005/8/layout/cycle2"/>
    <dgm:cxn modelId="{3E0D8BFF-69E9-4631-86F9-05A1E2A29988}" type="presOf" srcId="{3EFEF7F6-42CC-4589-817B-32435235D19A}" destId="{A8CBEE61-1F20-4B3C-83E1-CCEC89EA0498}" srcOrd="0" destOrd="0" presId="urn:microsoft.com/office/officeart/2005/8/layout/cycle2"/>
    <dgm:cxn modelId="{D7CAC708-1DA0-4B6C-8CCD-86B48FBE7D09}" type="presParOf" srcId="{D671F792-2D6B-474F-9C3D-5E72C4442EFB}" destId="{CD2F84ED-A21B-438A-96FB-90F0584E4C02}" srcOrd="0" destOrd="0" presId="urn:microsoft.com/office/officeart/2005/8/layout/cycle2"/>
    <dgm:cxn modelId="{FF3A4A1B-00FD-42DE-90FD-344A16BB820B}" type="presParOf" srcId="{D671F792-2D6B-474F-9C3D-5E72C4442EFB}" destId="{9DC509D3-E856-4FBD-819B-BCFF4D24D467}" srcOrd="1" destOrd="0" presId="urn:microsoft.com/office/officeart/2005/8/layout/cycle2"/>
    <dgm:cxn modelId="{39062545-249B-47EC-9704-190E20595AD2}" type="presParOf" srcId="{9DC509D3-E856-4FBD-819B-BCFF4D24D467}" destId="{3D4239C2-77AD-45D7-986C-ED7A8AF82873}" srcOrd="0" destOrd="0" presId="urn:microsoft.com/office/officeart/2005/8/layout/cycle2"/>
    <dgm:cxn modelId="{D632B06A-DA1F-4AEF-9FEC-059C5E04DF9E}" type="presParOf" srcId="{D671F792-2D6B-474F-9C3D-5E72C4442EFB}" destId="{66DD604B-73AF-4485-8DFC-9C21E959573B}" srcOrd="2" destOrd="0" presId="urn:microsoft.com/office/officeart/2005/8/layout/cycle2"/>
    <dgm:cxn modelId="{F8F6C4EE-4630-408C-BC60-7512E8B74F8B}" type="presParOf" srcId="{D671F792-2D6B-474F-9C3D-5E72C4442EFB}" destId="{98436BF7-369F-4F26-8AD6-3A6F787ECE1B}" srcOrd="3" destOrd="0" presId="urn:microsoft.com/office/officeart/2005/8/layout/cycle2"/>
    <dgm:cxn modelId="{DCF424B9-23F8-4284-A80F-B331DA415E0E}" type="presParOf" srcId="{98436BF7-369F-4F26-8AD6-3A6F787ECE1B}" destId="{0638BF99-0853-4C7F-8AB5-CA33EFAB7C64}" srcOrd="0" destOrd="0" presId="urn:microsoft.com/office/officeart/2005/8/layout/cycle2"/>
    <dgm:cxn modelId="{8ECFB53C-74D7-4EC3-B9BC-12F737E8E730}" type="presParOf" srcId="{D671F792-2D6B-474F-9C3D-5E72C4442EFB}" destId="{9361F8C5-D2D9-4E7C-80CE-EE6714EA4B33}" srcOrd="4" destOrd="0" presId="urn:microsoft.com/office/officeart/2005/8/layout/cycle2"/>
    <dgm:cxn modelId="{9E3179CD-49B6-4134-A8BB-7AEC149F5C5F}" type="presParOf" srcId="{D671F792-2D6B-474F-9C3D-5E72C4442EFB}" destId="{D23D2CD3-6F32-4F3C-AABA-D16C228AFFC1}" srcOrd="5" destOrd="0" presId="urn:microsoft.com/office/officeart/2005/8/layout/cycle2"/>
    <dgm:cxn modelId="{FA1AFDAC-5331-4D4F-BC21-9344DF5C73F1}" type="presParOf" srcId="{D23D2CD3-6F32-4F3C-AABA-D16C228AFFC1}" destId="{8DE7CDD6-7394-40DC-87C4-42AF635837C4}" srcOrd="0" destOrd="0" presId="urn:microsoft.com/office/officeart/2005/8/layout/cycle2"/>
    <dgm:cxn modelId="{011635DA-BCB4-4C26-8186-B320F3359775}" type="presParOf" srcId="{D671F792-2D6B-474F-9C3D-5E72C4442EFB}" destId="{B2163300-FC63-4086-98E6-D98B88B55EB2}" srcOrd="6" destOrd="0" presId="urn:microsoft.com/office/officeart/2005/8/layout/cycle2"/>
    <dgm:cxn modelId="{F3D50355-FFA3-49BD-AC31-1311B44011A2}" type="presParOf" srcId="{D671F792-2D6B-474F-9C3D-5E72C4442EFB}" destId="{1F4461EC-EDDF-42F9-9209-F7B10E960CCC}" srcOrd="7" destOrd="0" presId="urn:microsoft.com/office/officeart/2005/8/layout/cycle2"/>
    <dgm:cxn modelId="{F34246F3-5366-4621-A740-48B935D4F748}" type="presParOf" srcId="{1F4461EC-EDDF-42F9-9209-F7B10E960CCC}" destId="{57010D1F-0D38-47C4-9FC8-B94F107CCC9D}" srcOrd="0" destOrd="0" presId="urn:microsoft.com/office/officeart/2005/8/layout/cycle2"/>
    <dgm:cxn modelId="{429CBD8B-5F18-471F-BA5F-6FC3023CCCDC}" type="presParOf" srcId="{D671F792-2D6B-474F-9C3D-5E72C4442EFB}" destId="{E733B983-E3DD-49D5-BF0D-0C14CC0EDD31}" srcOrd="8" destOrd="0" presId="urn:microsoft.com/office/officeart/2005/8/layout/cycle2"/>
    <dgm:cxn modelId="{4DDDBA9F-6CD4-42B0-A7D1-01179D831B6A}" type="presParOf" srcId="{D671F792-2D6B-474F-9C3D-5E72C4442EFB}" destId="{E17CB246-EF6C-4708-ACC7-95ED2937F1A3}" srcOrd="9" destOrd="0" presId="urn:microsoft.com/office/officeart/2005/8/layout/cycle2"/>
    <dgm:cxn modelId="{B00AAA51-FE98-4BD1-9BCF-4BDE157E026C}" type="presParOf" srcId="{E17CB246-EF6C-4708-ACC7-95ED2937F1A3}" destId="{8F2C67F0-48E9-4626-BAA8-34E683C40D3E}" srcOrd="0" destOrd="0" presId="urn:microsoft.com/office/officeart/2005/8/layout/cycle2"/>
    <dgm:cxn modelId="{CA21E931-09CD-404A-8C54-B46CC17C027D}" type="presParOf" srcId="{D671F792-2D6B-474F-9C3D-5E72C4442EFB}" destId="{A8CBEE61-1F20-4B3C-83E1-CCEC89EA0498}" srcOrd="10" destOrd="0" presId="urn:microsoft.com/office/officeart/2005/8/layout/cycle2"/>
    <dgm:cxn modelId="{759D3608-ED21-461C-AC29-491C04ED92C5}" type="presParOf" srcId="{D671F792-2D6B-474F-9C3D-5E72C4442EFB}" destId="{CCCDC119-36F8-43ED-867B-4E93B2BC311D}" srcOrd="11" destOrd="0" presId="urn:microsoft.com/office/officeart/2005/8/layout/cycle2"/>
    <dgm:cxn modelId="{84A3171B-F2C3-42B9-8848-1CC186E4208D}" type="presParOf" srcId="{CCCDC119-36F8-43ED-867B-4E93B2BC311D}" destId="{F2F31493-ED57-403D-A755-AD4EC2E3ED1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92914-F8F2-1944-AA66-037A691DFF5A}">
      <dsp:nvSpPr>
        <dsp:cNvPr id="0" name=""/>
        <dsp:cNvSpPr/>
      </dsp:nvSpPr>
      <dsp:spPr>
        <a:xfrm>
          <a:off x="1394727" y="217678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עניין</a:t>
          </a:r>
          <a:endParaRPr lang="en-US" sz="1500" kern="1200" dirty="0"/>
        </a:p>
      </dsp:txBody>
      <dsp:txXfrm>
        <a:off x="1551505" y="374456"/>
        <a:ext cx="756991" cy="756991"/>
      </dsp:txXfrm>
    </dsp:sp>
    <dsp:sp modelId="{E6EE182A-2B64-D145-8535-FF9ED6B51F46}">
      <dsp:nvSpPr>
        <dsp:cNvPr id="0" name=""/>
        <dsp:cNvSpPr/>
      </dsp:nvSpPr>
      <dsp:spPr>
        <a:xfrm rot="1800000">
          <a:off x="2477217" y="970796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482965" y="1021608"/>
        <a:ext cx="200206" cy="216785"/>
      </dsp:txXfrm>
    </dsp:sp>
    <dsp:sp modelId="{DB5BB589-6F2E-994B-AC21-5432A3136440}">
      <dsp:nvSpPr>
        <dsp:cNvPr id="0" name=""/>
        <dsp:cNvSpPr/>
      </dsp:nvSpPr>
      <dsp:spPr>
        <a:xfrm>
          <a:off x="2789189" y="1022771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איך עושים זאת</a:t>
          </a:r>
          <a:endParaRPr lang="en-US" sz="1500" kern="1200" dirty="0"/>
        </a:p>
      </dsp:txBody>
      <dsp:txXfrm>
        <a:off x="2945967" y="1179549"/>
        <a:ext cx="756991" cy="756991"/>
      </dsp:txXfrm>
    </dsp:sp>
    <dsp:sp modelId="{DB4D4DDB-362D-644C-854C-AA947558022D}">
      <dsp:nvSpPr>
        <dsp:cNvPr id="0" name=""/>
        <dsp:cNvSpPr/>
      </dsp:nvSpPr>
      <dsp:spPr>
        <a:xfrm rot="5400000">
          <a:off x="3181458" y="2174388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224359" y="2203749"/>
        <a:ext cx="200206" cy="216785"/>
      </dsp:txXfrm>
    </dsp:sp>
    <dsp:sp modelId="{B4FAE649-E084-AD4E-8F39-40CDBAF16604}">
      <dsp:nvSpPr>
        <dsp:cNvPr id="0" name=""/>
        <dsp:cNvSpPr/>
      </dsp:nvSpPr>
      <dsp:spPr>
        <a:xfrm>
          <a:off x="2789189" y="2632957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ניסיון</a:t>
          </a:r>
          <a:endParaRPr lang="en-US" sz="1500" kern="1200" dirty="0"/>
        </a:p>
      </dsp:txBody>
      <dsp:txXfrm>
        <a:off x="2945967" y="2789735"/>
        <a:ext cx="756991" cy="756991"/>
      </dsp:txXfrm>
    </dsp:sp>
    <dsp:sp modelId="{95A2056F-E98D-5B44-9C25-72BD8C72F4AF}">
      <dsp:nvSpPr>
        <dsp:cNvPr id="0" name=""/>
        <dsp:cNvSpPr/>
      </dsp:nvSpPr>
      <dsp:spPr>
        <a:xfrm rot="9000000">
          <a:off x="2491237" y="3386075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571291" y="3436887"/>
        <a:ext cx="200206" cy="216785"/>
      </dsp:txXfrm>
    </dsp:sp>
    <dsp:sp modelId="{0AA35262-0077-BD43-886C-0F0F569DD181}">
      <dsp:nvSpPr>
        <dsp:cNvPr id="0" name=""/>
        <dsp:cNvSpPr/>
      </dsp:nvSpPr>
      <dsp:spPr>
        <a:xfrm>
          <a:off x="1394727" y="3438050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טעות</a:t>
          </a:r>
          <a:endParaRPr lang="en-US" sz="1500" kern="1200" dirty="0"/>
        </a:p>
      </dsp:txBody>
      <dsp:txXfrm>
        <a:off x="1551505" y="3594828"/>
        <a:ext cx="756991" cy="756991"/>
      </dsp:txXfrm>
    </dsp:sp>
    <dsp:sp modelId="{615D95B9-5AFA-ED41-A4DC-7A0DB05B5A3E}">
      <dsp:nvSpPr>
        <dsp:cNvPr id="0" name=""/>
        <dsp:cNvSpPr/>
      </dsp:nvSpPr>
      <dsp:spPr>
        <a:xfrm rot="12600000">
          <a:off x="1096776" y="3394169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1176830" y="3487882"/>
        <a:ext cx="200206" cy="216785"/>
      </dsp:txXfrm>
    </dsp:sp>
    <dsp:sp modelId="{1430E618-7E26-9E47-A516-A1988F7A8702}">
      <dsp:nvSpPr>
        <dsp:cNvPr id="0" name=""/>
        <dsp:cNvSpPr/>
      </dsp:nvSpPr>
      <dsp:spPr>
        <a:xfrm>
          <a:off x="265" y="2632957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לימוד קבוצתי מהטעות</a:t>
          </a:r>
          <a:endParaRPr lang="en-US" sz="1500" kern="1200" dirty="0"/>
        </a:p>
      </dsp:txBody>
      <dsp:txXfrm>
        <a:off x="157043" y="2789735"/>
        <a:ext cx="756991" cy="756991"/>
      </dsp:txXfrm>
    </dsp:sp>
    <dsp:sp modelId="{3FA75F2F-9264-3648-B5B8-FC64489DF9F6}">
      <dsp:nvSpPr>
        <dsp:cNvPr id="0" name=""/>
        <dsp:cNvSpPr/>
      </dsp:nvSpPr>
      <dsp:spPr>
        <a:xfrm rot="16200000">
          <a:off x="392535" y="2190577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35436" y="2305740"/>
        <a:ext cx="200206" cy="216785"/>
      </dsp:txXfrm>
    </dsp:sp>
    <dsp:sp modelId="{3F0CD356-619C-0149-B7BD-3E6B000DCF48}">
      <dsp:nvSpPr>
        <dsp:cNvPr id="0" name=""/>
        <dsp:cNvSpPr/>
      </dsp:nvSpPr>
      <dsp:spPr>
        <a:xfrm>
          <a:off x="265" y="1022771"/>
          <a:ext cx="1070547" cy="10705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500" kern="1200" dirty="0"/>
            <a:t>שיפור</a:t>
          </a:r>
          <a:endParaRPr lang="en-US" sz="1500" kern="1200" dirty="0"/>
        </a:p>
      </dsp:txBody>
      <dsp:txXfrm>
        <a:off x="157043" y="1179549"/>
        <a:ext cx="756991" cy="756991"/>
      </dsp:txXfrm>
    </dsp:sp>
    <dsp:sp modelId="{BB082C5F-6726-3945-BD75-41423E4FA354}">
      <dsp:nvSpPr>
        <dsp:cNvPr id="0" name=""/>
        <dsp:cNvSpPr/>
      </dsp:nvSpPr>
      <dsp:spPr>
        <a:xfrm rot="19800000">
          <a:off x="1082755" y="978891"/>
          <a:ext cx="286008" cy="361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088503" y="1072604"/>
        <a:ext cx="200206" cy="216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87CC4-F952-4FFE-A089-C8D3C633A346}">
      <dsp:nvSpPr>
        <dsp:cNvPr id="0" name=""/>
        <dsp:cNvSpPr/>
      </dsp:nvSpPr>
      <dsp:spPr>
        <a:xfrm>
          <a:off x="657105" y="0"/>
          <a:ext cx="7447201" cy="3416300"/>
        </a:xfrm>
        <a:prstGeom prst="lef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1A147-B0EB-416B-B5A2-9BF8799CE463}">
      <dsp:nvSpPr>
        <dsp:cNvPr id="0" name=""/>
        <dsp:cNvSpPr/>
      </dsp:nvSpPr>
      <dsp:spPr>
        <a:xfrm>
          <a:off x="5883151" y="1024890"/>
          <a:ext cx="2628423" cy="1366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400" kern="1200" dirty="0"/>
            <a:t>חלקים</a:t>
          </a:r>
          <a:endParaRPr lang="en-US" sz="3400" kern="1200" dirty="0"/>
        </a:p>
      </dsp:txBody>
      <dsp:txXfrm>
        <a:off x="5949859" y="1091598"/>
        <a:ext cx="2495007" cy="1233104"/>
      </dsp:txXfrm>
    </dsp:sp>
    <dsp:sp modelId="{4E1E5F36-4C47-4B2F-A95C-FCBB11A30577}">
      <dsp:nvSpPr>
        <dsp:cNvPr id="0" name=""/>
        <dsp:cNvSpPr/>
      </dsp:nvSpPr>
      <dsp:spPr>
        <a:xfrm>
          <a:off x="3066494" y="1024890"/>
          <a:ext cx="2628423" cy="1366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400" kern="1200" dirty="0"/>
            <a:t>פרויקטים שתבחרו</a:t>
          </a:r>
          <a:endParaRPr lang="en-US" sz="3400" kern="1200" dirty="0"/>
        </a:p>
      </dsp:txBody>
      <dsp:txXfrm>
        <a:off x="3133202" y="1091598"/>
        <a:ext cx="2495007" cy="1233104"/>
      </dsp:txXfrm>
    </dsp:sp>
    <dsp:sp modelId="{1E1835AC-BC52-4FA3-8E86-A179AFA99438}">
      <dsp:nvSpPr>
        <dsp:cNvPr id="0" name=""/>
        <dsp:cNvSpPr/>
      </dsp:nvSpPr>
      <dsp:spPr>
        <a:xfrm>
          <a:off x="249837" y="1024890"/>
          <a:ext cx="2628423" cy="1366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400" kern="1200" dirty="0"/>
            <a:t>פיתוח </a:t>
          </a:r>
          <a:r>
            <a:rPr lang="he-IL" sz="3400" kern="1200" dirty="0" err="1"/>
            <a:t>בתעשיה</a:t>
          </a:r>
          <a:endParaRPr lang="en-US" sz="3400" kern="1200" dirty="0"/>
        </a:p>
      </dsp:txBody>
      <dsp:txXfrm>
        <a:off x="316545" y="1091598"/>
        <a:ext cx="2495007" cy="12331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87CC4-F952-4FFE-A089-C8D3C633A346}">
      <dsp:nvSpPr>
        <dsp:cNvPr id="0" name=""/>
        <dsp:cNvSpPr/>
      </dsp:nvSpPr>
      <dsp:spPr>
        <a:xfrm>
          <a:off x="657105" y="0"/>
          <a:ext cx="7447201" cy="3416300"/>
        </a:xfrm>
        <a:prstGeom prst="lef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1A147-B0EB-416B-B5A2-9BF8799CE463}">
      <dsp:nvSpPr>
        <dsp:cNvPr id="0" name=""/>
        <dsp:cNvSpPr/>
      </dsp:nvSpPr>
      <dsp:spPr>
        <a:xfrm>
          <a:off x="5932991" y="1024890"/>
          <a:ext cx="2820079" cy="1366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חלקים</a:t>
          </a:r>
          <a:endParaRPr lang="en-US" sz="2300" kern="1200" dirty="0"/>
        </a:p>
      </dsp:txBody>
      <dsp:txXfrm>
        <a:off x="5999699" y="1091598"/>
        <a:ext cx="2686663" cy="1233104"/>
      </dsp:txXfrm>
    </dsp:sp>
    <dsp:sp modelId="{4E1E5F36-4C47-4B2F-A95C-FCBB11A30577}">
      <dsp:nvSpPr>
        <dsp:cNvPr id="0" name=""/>
        <dsp:cNvSpPr/>
      </dsp:nvSpPr>
      <dsp:spPr>
        <a:xfrm>
          <a:off x="2970666" y="1024890"/>
          <a:ext cx="2820079" cy="1366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פרויקטים שתבחרו</a:t>
          </a:r>
          <a:endParaRPr lang="en-US" sz="2300" kern="1200" dirty="0"/>
        </a:p>
      </dsp:txBody>
      <dsp:txXfrm>
        <a:off x="3037374" y="1091598"/>
        <a:ext cx="2686663" cy="1233104"/>
      </dsp:txXfrm>
    </dsp:sp>
    <dsp:sp modelId="{1E1835AC-BC52-4FA3-8E86-A179AFA99438}">
      <dsp:nvSpPr>
        <dsp:cNvPr id="0" name=""/>
        <dsp:cNvSpPr/>
      </dsp:nvSpPr>
      <dsp:spPr>
        <a:xfrm>
          <a:off x="8342" y="1024890"/>
          <a:ext cx="2820079" cy="1366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dirty="0"/>
            <a:t>פיתוח </a:t>
          </a:r>
          <a:r>
            <a:rPr lang="he-IL" sz="2300" kern="1200" dirty="0" err="1"/>
            <a:t>לסטארטאפ</a:t>
          </a:r>
          <a:r>
            <a:rPr lang="he-IL" sz="2300" kern="1200" dirty="0"/>
            <a:t>/חברה</a:t>
          </a:r>
          <a:endParaRPr lang="en-US" sz="2300" kern="1200" dirty="0"/>
        </a:p>
      </dsp:txBody>
      <dsp:txXfrm>
        <a:off x="75050" y="1091598"/>
        <a:ext cx="2686663" cy="12331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F84ED-A21B-438A-96FB-90F0584E4C02}">
      <dsp:nvSpPr>
        <dsp:cNvPr id="0" name=""/>
        <dsp:cNvSpPr/>
      </dsp:nvSpPr>
      <dsp:spPr>
        <a:xfrm>
          <a:off x="1232676" y="42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עניין</a:t>
          </a:r>
          <a:endParaRPr lang="en-US" sz="600" kern="1200" dirty="0"/>
        </a:p>
      </dsp:txBody>
      <dsp:txXfrm>
        <a:off x="1294761" y="62514"/>
        <a:ext cx="299772" cy="299772"/>
      </dsp:txXfrm>
    </dsp:sp>
    <dsp:sp modelId="{9DC509D3-E856-4FBD-819B-BCFF4D24D467}">
      <dsp:nvSpPr>
        <dsp:cNvPr id="0" name=""/>
        <dsp:cNvSpPr/>
      </dsp:nvSpPr>
      <dsp:spPr>
        <a:xfrm rot="1800000">
          <a:off x="1661200" y="298435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3466" y="318595"/>
        <a:ext cx="78927" cy="85848"/>
      </dsp:txXfrm>
    </dsp:sp>
    <dsp:sp modelId="{66DD604B-73AF-4485-8DFC-9C21E959573B}">
      <dsp:nvSpPr>
        <dsp:cNvPr id="0" name=""/>
        <dsp:cNvSpPr/>
      </dsp:nvSpPr>
      <dsp:spPr>
        <a:xfrm>
          <a:off x="1784062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איך עושים זאת</a:t>
          </a:r>
          <a:endParaRPr lang="en-US" sz="600" kern="1200" dirty="0"/>
        </a:p>
      </dsp:txBody>
      <dsp:txXfrm>
        <a:off x="1846147" y="380856"/>
        <a:ext cx="299772" cy="299772"/>
      </dsp:txXfrm>
    </dsp:sp>
    <dsp:sp modelId="{98436BF7-369F-4F26-8AD6-3A6F787ECE1B}">
      <dsp:nvSpPr>
        <dsp:cNvPr id="0" name=""/>
        <dsp:cNvSpPr/>
      </dsp:nvSpPr>
      <dsp:spPr>
        <a:xfrm rot="5400000">
          <a:off x="1939656" y="7743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6569" y="786057"/>
        <a:ext cx="78927" cy="85848"/>
      </dsp:txXfrm>
    </dsp:sp>
    <dsp:sp modelId="{9361F8C5-D2D9-4E7C-80CE-EE6714EA4B33}">
      <dsp:nvSpPr>
        <dsp:cNvPr id="0" name=""/>
        <dsp:cNvSpPr/>
      </dsp:nvSpPr>
      <dsp:spPr>
        <a:xfrm>
          <a:off x="1784062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ניסיון</a:t>
          </a:r>
          <a:endParaRPr lang="en-US" sz="600" kern="1200" dirty="0"/>
        </a:p>
      </dsp:txBody>
      <dsp:txXfrm>
        <a:off x="1846147" y="1017542"/>
        <a:ext cx="299772" cy="299772"/>
      </dsp:txXfrm>
    </dsp:sp>
    <dsp:sp modelId="{D23D2CD3-6F32-4F3C-AABA-D16C228AFFC1}">
      <dsp:nvSpPr>
        <dsp:cNvPr id="0" name=""/>
        <dsp:cNvSpPr/>
      </dsp:nvSpPr>
      <dsp:spPr>
        <a:xfrm rot="9000000">
          <a:off x="1666727" y="1253463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698287" y="1273623"/>
        <a:ext cx="78927" cy="85848"/>
      </dsp:txXfrm>
    </dsp:sp>
    <dsp:sp modelId="{B2163300-FC63-4086-98E6-D98B88B55EB2}">
      <dsp:nvSpPr>
        <dsp:cNvPr id="0" name=""/>
        <dsp:cNvSpPr/>
      </dsp:nvSpPr>
      <dsp:spPr>
        <a:xfrm>
          <a:off x="1232676" y="1273799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טעות</a:t>
          </a:r>
          <a:endParaRPr lang="en-US" sz="600" kern="1200" dirty="0"/>
        </a:p>
      </dsp:txBody>
      <dsp:txXfrm>
        <a:off x="1294761" y="1335884"/>
        <a:ext cx="299772" cy="299772"/>
      </dsp:txXfrm>
    </dsp:sp>
    <dsp:sp modelId="{1F4461EC-EDDF-42F9-9209-F7B10E960CCC}">
      <dsp:nvSpPr>
        <dsp:cNvPr id="0" name=""/>
        <dsp:cNvSpPr/>
      </dsp:nvSpPr>
      <dsp:spPr>
        <a:xfrm rot="12600000">
          <a:off x="1115341" y="1256654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146901" y="1293727"/>
        <a:ext cx="78927" cy="85848"/>
      </dsp:txXfrm>
    </dsp:sp>
    <dsp:sp modelId="{E733B983-E3DD-49D5-BF0D-0C14CC0EDD31}">
      <dsp:nvSpPr>
        <dsp:cNvPr id="0" name=""/>
        <dsp:cNvSpPr/>
      </dsp:nvSpPr>
      <dsp:spPr>
        <a:xfrm>
          <a:off x="681291" y="955457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לימוד קבוצתי מהטעות</a:t>
          </a:r>
          <a:endParaRPr lang="en-US" sz="600" kern="1200" dirty="0"/>
        </a:p>
      </dsp:txBody>
      <dsp:txXfrm>
        <a:off x="743376" y="1017542"/>
        <a:ext cx="299772" cy="299772"/>
      </dsp:txXfrm>
    </dsp:sp>
    <dsp:sp modelId="{E17CB246-EF6C-4708-ACC7-95ED2937F1A3}">
      <dsp:nvSpPr>
        <dsp:cNvPr id="0" name=""/>
        <dsp:cNvSpPr/>
      </dsp:nvSpPr>
      <dsp:spPr>
        <a:xfrm rot="16200000">
          <a:off x="836885" y="78073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3798" y="826265"/>
        <a:ext cx="78927" cy="85848"/>
      </dsp:txXfrm>
    </dsp:sp>
    <dsp:sp modelId="{A8CBEE61-1F20-4B3C-83E1-CCEC89EA0498}">
      <dsp:nvSpPr>
        <dsp:cNvPr id="0" name=""/>
        <dsp:cNvSpPr/>
      </dsp:nvSpPr>
      <dsp:spPr>
        <a:xfrm>
          <a:off x="681291" y="318771"/>
          <a:ext cx="423942" cy="42394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00" kern="1200" dirty="0"/>
            <a:t>שיפור</a:t>
          </a:r>
          <a:endParaRPr lang="en-US" sz="600" kern="1200" dirty="0"/>
        </a:p>
      </dsp:txBody>
      <dsp:txXfrm>
        <a:off x="743376" y="380856"/>
        <a:ext cx="299772" cy="299772"/>
      </dsp:txXfrm>
    </dsp:sp>
    <dsp:sp modelId="{CCCDC119-36F8-43ED-867B-4E93B2BC311D}">
      <dsp:nvSpPr>
        <dsp:cNvPr id="0" name=""/>
        <dsp:cNvSpPr/>
      </dsp:nvSpPr>
      <dsp:spPr>
        <a:xfrm rot="19800000">
          <a:off x="1109814" y="301626"/>
          <a:ext cx="112753" cy="14308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2080" y="338699"/>
        <a:ext cx="78927" cy="8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0CCD8-1C46-E145-B78A-0978D6A1FF02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CC5DD-EE6C-384A-A992-380764FF5BE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242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CC5DD-EE6C-384A-A992-380764FF5BE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070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7ECB-AFF2-A23A-3AE0-5093E704B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98612-BF7D-21FC-7EE3-0723B208C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47CBB-79C7-E6CC-95B6-9988892D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9AF0F-B934-517B-440B-6DC0CB46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0A6A-C7F6-9924-C3A9-E47E278B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55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FB5D-C7FA-C9E7-9712-3BEC3E4B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A96C-F5FC-61AD-BCE4-A1A8DC31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481A-3D14-5A87-E65E-A9FC6292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B136-9275-FC67-3AAE-FBBEC408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71ACE-77DB-B94C-FC37-88BA43B8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397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6A42-328A-2F86-ECFA-263B0F5B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B7027-45D9-5A75-40DD-059422235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9F260-AB1C-5B21-D8F8-F4A82ADF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E9AC1-F106-71AF-BF76-2860F0B3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E927F-C0D4-0957-7A8F-E789BED8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4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4E7B-CBC7-0B7D-005B-BF78143D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09A6-9330-7DA3-AFD3-5F79E4D58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E7B01-BBB1-0F7E-1E6F-9038E5235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2560B-B6AC-989C-643A-21AFBA42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66C02-D0F7-4CD8-A02B-7480448B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C64EA-DBEA-3B95-5856-1ACCA293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84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81B8-F9DA-5B0C-6F60-FD45B6F7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809F0-339E-8E91-C9DD-69080CB59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CF2F0-302E-3975-5D5E-C34231E74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BAA1D-430A-9E9A-265F-32008F8BF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0AF0F-E98C-6CFB-3B7A-A83B1765F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E76D2-C837-CFB2-6989-25D73FA1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49103-DD6C-5430-B707-9F1BA6DE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0755A-61E1-A036-E7C1-188C4AAB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321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74D4-4E7D-DD68-BF8B-FF47C0B8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26687-BE9B-65D3-9C08-30D490157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CD855-047A-63E4-CA77-BFE8E1F7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DBD76-371E-A050-4553-00C99DB7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5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F318B-1A3C-4A94-049F-EE921334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E2349-C2B4-9BB7-7A81-B8B921EA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3C406-1A7E-0A14-1AAC-9FB35E99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601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24F2-92EB-E2E4-8FAD-F0311161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BE8E5-1922-708A-BAF1-811BAD1C5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B3D95-D32C-E400-C0B0-942BBB141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3DED5-B153-852B-6427-C371AB37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0F784-742B-94E3-3226-52BB3558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7867C-B743-DA76-1E59-CC14E0B4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873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77BA-09E9-C13B-DF41-A22FC784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3FD97-369D-5466-BC93-68FF3B956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A4442-4778-941B-B944-20CD3D992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CE9D9-7950-115E-9093-A07DCEE8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2D98E-4B8E-5FD7-84A7-50E78D62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D5220-D51B-B72E-A30F-1535A5DA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748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1592-D3C9-F911-1F3F-833A43D9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9BD1D-69BD-6510-A946-BBCC25FEF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9C235-25ED-C5AF-76F5-19FBC51F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A5532-7D79-BA25-F6AC-E53FA221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21AD-5314-A996-5A53-912AE127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6662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BA940-45FB-5705-9DB6-D0BD954F5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09A94-A421-4D8C-9050-1A1D6032B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0811D-7AE0-BD75-5A12-03DD969F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230B8-EF96-1919-9760-71737636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70986-D70C-EF9B-2C19-F03E9E0F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221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014AB-1525-4F18-2B11-86C14A84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350F9-C273-1FDD-B0CC-AF0AC81A1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33A4D-A7B1-AD7B-9C30-C142BC3CF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EEBD9-8E66-144E-9700-42DA0637B9B5}" type="datetimeFigureOut">
              <a:rPr lang="en-IL" smtClean="0"/>
              <a:t>04/28/2025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463C-CA22-FBF4-90BD-1AB1AC6D5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67438-AA57-8759-8FBB-B9A067FF7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12DEC-3FA2-8547-858C-346472B24D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383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18" Type="http://schemas.openxmlformats.org/officeDocument/2006/relationships/diagramData" Target="../diagrams/data5.xml"/><Relationship Id="rId3" Type="http://schemas.openxmlformats.org/officeDocument/2006/relationships/diagramData" Target="../diagrams/data2.xml"/><Relationship Id="rId21" Type="http://schemas.openxmlformats.org/officeDocument/2006/relationships/diagramColors" Target="../diagrams/colors5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4.xml"/><Relationship Id="rId20" Type="http://schemas.openxmlformats.org/officeDocument/2006/relationships/diagramQuickStyle" Target="../diagrams/quickStyl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19" Type="http://schemas.openxmlformats.org/officeDocument/2006/relationships/diagramLayout" Target="../diagrams/layout5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Relationship Id="rId22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18" Type="http://schemas.openxmlformats.org/officeDocument/2006/relationships/diagramLayout" Target="../diagrams/layout9.xml"/><Relationship Id="rId3" Type="http://schemas.openxmlformats.org/officeDocument/2006/relationships/diagramLayout" Target="../diagrams/layout6.xml"/><Relationship Id="rId21" Type="http://schemas.microsoft.com/office/2007/relationships/diagramDrawing" Target="../diagrams/drawing9.xml"/><Relationship Id="rId7" Type="http://schemas.openxmlformats.org/officeDocument/2006/relationships/diagramData" Target="../diagrams/data7.xml"/><Relationship Id="rId12" Type="http://schemas.openxmlformats.org/officeDocument/2006/relationships/diagramData" Target="../diagrams/data8.xml"/><Relationship Id="rId17" Type="http://schemas.openxmlformats.org/officeDocument/2006/relationships/diagramData" Target="../diagrams/data9.xml"/><Relationship Id="rId2" Type="http://schemas.openxmlformats.org/officeDocument/2006/relationships/diagramData" Target="../diagrams/data6.xml"/><Relationship Id="rId16" Type="http://schemas.microsoft.com/office/2007/relationships/diagramDrawing" Target="../diagrams/drawing8.xml"/><Relationship Id="rId20" Type="http://schemas.openxmlformats.org/officeDocument/2006/relationships/diagramColors" Target="../diagrams/colors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10" Type="http://schemas.openxmlformats.org/officeDocument/2006/relationships/diagramColors" Target="../diagrams/colors7.xml"/><Relationship Id="rId19" Type="http://schemas.openxmlformats.org/officeDocument/2006/relationships/diagramQuickStyle" Target="../diagrams/quickStyle9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F5C8F-588A-B3C8-8A2A-31CBC6CF6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8272" y="4018276"/>
            <a:ext cx="4800261" cy="1644592"/>
          </a:xfrm>
        </p:spPr>
        <p:txBody>
          <a:bodyPr anchor="t">
            <a:normAutofit/>
          </a:bodyPr>
          <a:lstStyle/>
          <a:p>
            <a:pPr algn="l" defTabSz="91440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4000" dirty="0">
                <a:solidFill>
                  <a:schemeClr val="tx2"/>
                </a:solidFill>
              </a:rPr>
              <a:t>Full stack 2025</a:t>
            </a:r>
            <a:endParaRPr lang="en-IL" sz="4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BB59B-3E6F-08BD-D47C-766290D9D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8272" y="3128074"/>
            <a:ext cx="4711745" cy="838831"/>
          </a:xfrm>
        </p:spPr>
        <p:txBody>
          <a:bodyPr anchor="b">
            <a:normAutofit/>
          </a:bodyPr>
          <a:lstStyle/>
          <a:p>
            <a:pPr marL="0" indent="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2"/>
                </a:solidFill>
              </a:rPr>
              <a:t>Intro</a:t>
            </a:r>
            <a:endParaRPr lang="en-IL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A3FF4-0C17-BC61-C9B2-20A14AD842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5258" r="1084"/>
          <a:stretch/>
        </p:blipFill>
        <p:spPr>
          <a:xfrm>
            <a:off x="-305" y="1"/>
            <a:ext cx="6423053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59580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29917F3-0560-4C6F-B265-458B218C4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D90CD7E-568A-48F6-8C6F-F6695021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588" y="662400"/>
            <a:ext cx="10055721" cy="1325563"/>
          </a:xfrm>
        </p:spPr>
        <p:txBody>
          <a:bodyPr anchor="t">
            <a:normAutofit/>
          </a:bodyPr>
          <a:lstStyle/>
          <a:p>
            <a:pPr algn="r" rtl="1"/>
            <a:r>
              <a:rPr lang="he-IL" dirty="0"/>
              <a:t>מוביל קורס: טל ירון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39BAE7-7EB8-4E22-BCBB-F00F514DB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CE476A00-9FF6-4B98-9E5C-7A22D8F59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8F0632CB-5E59-4727-9C88-4537512D5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BB83E87-6C0B-4018-B8A8-D6AEB9E5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089112" cy="3909599"/>
          </a:xfrm>
        </p:spPr>
        <p:txBody>
          <a:bodyPr>
            <a:normAutofit/>
          </a:bodyPr>
          <a:lstStyle/>
          <a:p>
            <a:pPr algn="r" rtl="1"/>
            <a:r>
              <a:rPr lang="he-IL" sz="2000" dirty="0"/>
              <a:t>מתכנת מגיל 13  עד 15, ומגיל 44 ועד עכשיו</a:t>
            </a:r>
          </a:p>
          <a:p>
            <a:pPr algn="r" rtl="1"/>
            <a:r>
              <a:rPr lang="he-IL" sz="2000" dirty="0"/>
              <a:t>מרובה כובעים: ראש מסלול </a:t>
            </a:r>
            <a:r>
              <a:rPr lang="en-US" sz="2000" dirty="0"/>
              <a:t>full stack</a:t>
            </a:r>
            <a:r>
              <a:rPr lang="he-IL" sz="2000" dirty="0"/>
              <a:t> במכללה, </a:t>
            </a:r>
            <a:r>
              <a:rPr lang="en-US" sz="2000" dirty="0"/>
              <a:t> CEO</a:t>
            </a:r>
            <a:r>
              <a:rPr lang="he-IL" sz="2000" dirty="0"/>
              <a:t> של </a:t>
            </a:r>
            <a:r>
              <a:rPr lang="he-IL" sz="2000" dirty="0" err="1"/>
              <a:t>הסטארטאפ</a:t>
            </a:r>
            <a:r>
              <a:rPr lang="he-IL" sz="2000" dirty="0"/>
              <a:t> </a:t>
            </a:r>
            <a:r>
              <a:rPr lang="en-US" sz="2000" dirty="0" err="1"/>
              <a:t>FreeDi</a:t>
            </a:r>
            <a:r>
              <a:rPr lang="he-IL" sz="2000" dirty="0"/>
              <a:t>, מפתח, </a:t>
            </a:r>
            <a:r>
              <a:rPr lang="en-US" sz="2000" dirty="0"/>
              <a:t>UX</a:t>
            </a:r>
            <a:r>
              <a:rPr lang="he-IL" sz="2000" dirty="0"/>
              <a:t>, ראש צוות, מכשיר צוותים, </a:t>
            </a:r>
            <a:r>
              <a:rPr lang="en-US" sz="2000" dirty="0"/>
              <a:t>Product</a:t>
            </a:r>
            <a:r>
              <a:rPr lang="he-IL" sz="2000" dirty="0"/>
              <a:t>.</a:t>
            </a:r>
          </a:p>
          <a:p>
            <a:pPr algn="r" rtl="1"/>
            <a:r>
              <a:rPr lang="he-IL" sz="2000" dirty="0"/>
              <a:t>חוקר עצמאי בפדגוגיה דליברטיבית – מרצה בכמה תחומים (</a:t>
            </a:r>
            <a:r>
              <a:rPr lang="en-US" sz="2000" dirty="0"/>
              <a:t>new media, UX, </a:t>
            </a:r>
            <a:r>
              <a:rPr lang="en-US" sz="2000" dirty="0" err="1"/>
              <a:t>Fullstack</a:t>
            </a:r>
            <a:r>
              <a:rPr lang="he-IL" sz="2000" dirty="0"/>
              <a:t>)</a:t>
            </a:r>
          </a:p>
          <a:p>
            <a:pPr algn="r" rtl="1"/>
            <a:r>
              <a:rPr lang="he-IL" sz="2000" dirty="0"/>
              <a:t>חוקר עצמאי </a:t>
            </a:r>
            <a:r>
              <a:rPr lang="he-IL" sz="2000" dirty="0" err="1"/>
              <a:t>בדליברציה</a:t>
            </a:r>
            <a:endParaRPr lang="he-IL" sz="2000" dirty="0"/>
          </a:p>
          <a:p>
            <a:pPr algn="r" rtl="1"/>
            <a:r>
              <a:rPr lang="he-IL" sz="2000" dirty="0"/>
              <a:t>מייסד </a:t>
            </a:r>
            <a:r>
              <a:rPr lang="he-IL" sz="2000" dirty="0" err="1"/>
              <a:t>סטארטאפ</a:t>
            </a:r>
            <a:r>
              <a:rPr lang="he-IL" sz="2000" dirty="0"/>
              <a:t> (בשלב </a:t>
            </a:r>
            <a:r>
              <a:rPr lang="he-IL" sz="2000" dirty="0" err="1"/>
              <a:t>גראג</a:t>
            </a:r>
            <a:r>
              <a:rPr lang="he-IL" sz="2000" dirty="0"/>
              <a:t>') - </a:t>
            </a:r>
            <a:r>
              <a:rPr lang="en-US" sz="2000" dirty="0" err="1"/>
              <a:t>FreeDi</a:t>
            </a:r>
            <a:endParaRPr lang="he-IL" sz="2000" dirty="0"/>
          </a:p>
          <a:p>
            <a:pPr marL="0" indent="0" algn="r" rtl="1">
              <a:buNone/>
            </a:pPr>
            <a:endParaRPr lang="he-IL" sz="2000" dirty="0"/>
          </a:p>
          <a:p>
            <a:pPr marL="0" indent="0" algn="r" rtl="1">
              <a:buNone/>
            </a:pP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57597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D5F3BEF-2A8C-4199-B10D-AFBC0865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pPr defTabSz="914400" rtl="1" eaLnBrk="1" latinLnBrk="0" hangingPunct="1">
              <a:spcBef>
                <a:spcPct val="0"/>
              </a:spcBef>
              <a:buNone/>
            </a:pPr>
            <a:r>
              <a:rPr lang="he-IL">
                <a:solidFill>
                  <a:srgbClr val="FFFFFF"/>
                </a:solidFill>
              </a:rPr>
              <a:t>מדוע פיתחנו את ״השיטה״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899E01-56D0-4CF4-B83C-E9B18EC98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algn="r" rtl="1"/>
            <a:r>
              <a:rPr lang="he-IL" dirty="0"/>
              <a:t>תלונות של סטודנטים:</a:t>
            </a:r>
          </a:p>
          <a:p>
            <a:pPr lvl="1" algn="r" rtl="1"/>
            <a:r>
              <a:rPr lang="he-IL" dirty="0"/>
              <a:t>"אין קשר בין מה שלמדתי לבין מה שקורה בשטח"</a:t>
            </a:r>
          </a:p>
          <a:p>
            <a:pPr lvl="1" algn="r" rtl="1"/>
            <a:r>
              <a:rPr lang="he-IL" dirty="0"/>
              <a:t>"התעשייה עוברת שינוי מהיר, לא למדתי את הנושא שהם ביקשו"</a:t>
            </a:r>
          </a:p>
          <a:p>
            <a:pPr lvl="1" algn="r" rtl="1"/>
            <a:r>
              <a:rPr lang="he-IL" dirty="0"/>
              <a:t>"בקורס </a:t>
            </a:r>
            <a:r>
              <a:rPr lang="he-IL" dirty="0" err="1"/>
              <a:t>הכל</a:t>
            </a:r>
            <a:r>
              <a:rPr lang="he-IL" dirty="0"/>
              <a:t> היה תיאורטי".</a:t>
            </a:r>
          </a:p>
          <a:p>
            <a:pPr lvl="1" algn="r" rtl="1"/>
            <a:r>
              <a:rPr lang="he-IL" dirty="0"/>
              <a:t>"בכל מודעות הדרושים מבקשים שנתיים ניסיון"</a:t>
            </a:r>
          </a:p>
          <a:p>
            <a:pPr algn="r" rtl="1"/>
            <a:r>
              <a:rPr lang="he-IL" dirty="0"/>
              <a:t>תלונות של </a:t>
            </a:r>
            <a:r>
              <a:rPr lang="he-IL" dirty="0" err="1"/>
              <a:t>סטארטאפים</a:t>
            </a:r>
            <a:endParaRPr lang="he-IL" dirty="0"/>
          </a:p>
          <a:p>
            <a:pPr lvl="1" algn="r" rtl="1"/>
            <a:r>
              <a:rPr lang="he-IL" dirty="0"/>
              <a:t>"מפתחים עם פחות משנתיים ניסיון, דורשים המון הכשרה.... לא שווה לנו להעסיק אותם"</a:t>
            </a:r>
          </a:p>
        </p:txBody>
      </p:sp>
    </p:spTree>
    <p:extLst>
      <p:ext uri="{BB962C8B-B14F-4D97-AF65-F5344CB8AC3E}">
        <p14:creationId xmlns:p14="http://schemas.microsoft.com/office/powerpoint/2010/main" val="96699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oy rocket flying out of the computer">
            <a:extLst>
              <a:ext uri="{FF2B5EF4-FFF2-40B4-BE49-F238E27FC236}">
                <a16:creationId xmlns:a16="http://schemas.microsoft.com/office/drawing/2014/main" id="{DBA97EEB-7624-1F15-1A69-CF93B20C1B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21" r="5605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B6559CF-41E4-8380-EC72-09323217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Startup Based Learning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12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8CBCA48-B7CC-46E5-A93D-0EE48763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502021"/>
            <a:ext cx="6173262" cy="1655483"/>
          </a:xfrm>
        </p:spPr>
        <p:txBody>
          <a:bodyPr anchor="b">
            <a:normAutofit/>
          </a:bodyPr>
          <a:lstStyle/>
          <a:p>
            <a:pPr algn="r" rtl="1"/>
            <a:r>
              <a:rPr lang="he-IL" sz="4000" dirty="0"/>
              <a:t>כיצד נלמד?</a:t>
            </a:r>
            <a:endParaRPr lang="en-US" sz="40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A0F988-3A89-4532-AFC5-E9D8E4F68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08518"/>
            <a:ext cx="6173262" cy="3535083"/>
          </a:xfrm>
        </p:spPr>
        <p:txBody>
          <a:bodyPr>
            <a:normAutofit/>
          </a:bodyPr>
          <a:lstStyle/>
          <a:p>
            <a:pPr algn="r" rtl="1"/>
            <a:r>
              <a:rPr lang="he-IL" sz="1700" dirty="0"/>
              <a:t>איך אתם לומדים משהו שאתם אוהבים? (למשל, מי שחקני הכדורגל הטובים ביותר, מה עושה קים </a:t>
            </a:r>
            <a:r>
              <a:rPr lang="he-IL" sz="1700" dirty="0" err="1"/>
              <a:t>קרדשיאן</a:t>
            </a:r>
            <a:r>
              <a:rPr lang="he-IL" sz="1700" dirty="0"/>
              <a:t> וכו')?</a:t>
            </a:r>
          </a:p>
          <a:p>
            <a:pPr algn="r" rtl="1"/>
            <a:r>
              <a:rPr lang="he-IL" sz="1700" dirty="0"/>
              <a:t>כללי: [עניין </a:t>
            </a:r>
            <a:r>
              <a:rPr lang="he-IL" sz="1700" dirty="0">
                <a:sym typeface="Wingdings" panose="05000000000000000000" pitchFamily="2" charset="2"/>
              </a:rPr>
              <a:t>] </a:t>
            </a:r>
            <a:r>
              <a:rPr lang="he-IL" sz="1700" dirty="0"/>
              <a:t>מתווכחים עם החברים, קוראים </a:t>
            </a:r>
            <a:r>
              <a:rPr lang="he-IL" sz="1700" dirty="0" err="1"/>
              <a:t>בפיד</a:t>
            </a:r>
            <a:r>
              <a:rPr lang="he-IL" sz="1700" dirty="0"/>
              <a:t>/עיתון, קוראים באינטרנט</a:t>
            </a:r>
          </a:p>
          <a:p>
            <a:pPr algn="r" rtl="1"/>
            <a:r>
              <a:rPr lang="he-IL" sz="1700" dirty="0"/>
              <a:t>מקצוענים: [עניין </a:t>
            </a:r>
            <a:r>
              <a:rPr lang="he-IL" sz="1700" dirty="0">
                <a:sym typeface="Wingdings" panose="05000000000000000000" pitchFamily="2" charset="2"/>
              </a:rPr>
              <a:t>] </a:t>
            </a:r>
            <a:r>
              <a:rPr lang="he-IL" sz="1700" dirty="0"/>
              <a:t>ניסוי וטעיה, דיון עם עמיתים, קוראים, הולכים לכנסים, מחפשים בגוגל.</a:t>
            </a:r>
          </a:p>
          <a:p>
            <a:pPr algn="r" rtl="1"/>
            <a:r>
              <a:rPr lang="he-IL" sz="1700" dirty="0"/>
              <a:t>אנו רוצים לתת לכם יסודות מחשבתיים, אך לחבר אתכם לעולם בחוץ, על פי האופן הטבעי שבו אנשים לומדים</a:t>
            </a:r>
            <a:endParaRPr lang="en-US" sz="1700" dirty="0"/>
          </a:p>
        </p:txBody>
      </p:sp>
      <p:pic>
        <p:nvPicPr>
          <p:cNvPr id="5" name="Picture 4" descr="משקפיים מעל ספר">
            <a:extLst>
              <a:ext uri="{FF2B5EF4-FFF2-40B4-BE49-F238E27FC236}">
                <a16:creationId xmlns:a16="http://schemas.microsoft.com/office/drawing/2014/main" id="{8BD80CCD-FAEC-AC72-EDBD-3893A7AE09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95" r="41627" b="-1"/>
          <a:stretch/>
        </p:blipFill>
        <p:spPr>
          <a:xfrm>
            <a:off x="8115300" y="-12515"/>
            <a:ext cx="4076700" cy="64186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CPU עם מספרים בינאריים ושרטוט">
            <a:extLst>
              <a:ext uri="{FF2B5EF4-FFF2-40B4-BE49-F238E27FC236}">
                <a16:creationId xmlns:a16="http://schemas.microsoft.com/office/drawing/2014/main" id="{D2EBF2D9-253A-2153-11DC-846516DB70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92" t="9091" r="2487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318202C-9910-41A0-898F-DFAC0CBD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אתם חברת סטארטאפ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06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C1CDB7A-72D3-4330-9F27-349C3368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 rtl="1"/>
            <a:r>
              <a:rPr lang="he-IL" sz="8000">
                <a:ln w="22225">
                  <a:solidFill>
                    <a:srgbClr val="FFFFFF"/>
                  </a:solidFill>
                </a:ln>
                <a:noFill/>
              </a:rPr>
              <a:t>תהליך הלימוד</a:t>
            </a:r>
            <a:endParaRPr lang="en-US" sz="8000">
              <a:ln w="22225">
                <a:solidFill>
                  <a:srgbClr val="FFFFFF"/>
                </a:solidFill>
              </a:ln>
              <a:noFill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מציין מיקום תוכן 5">
            <a:extLst>
              <a:ext uri="{FF2B5EF4-FFF2-40B4-BE49-F238E27FC236}">
                <a16:creationId xmlns:a16="http://schemas.microsoft.com/office/drawing/2014/main" id="{6A82153B-2CE7-46B2-838E-83E9BFB81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997112"/>
              </p:ext>
            </p:extLst>
          </p:nvPr>
        </p:nvGraphicFramePr>
        <p:xfrm>
          <a:off x="7534641" y="1065862"/>
          <a:ext cx="3860002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29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C57A28-BDF1-4E0A-A407-A98EAC70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תהליך הלימוד בכללי</a:t>
            </a:r>
            <a:endParaRPr lang="en-US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09A80EB3-DF60-4EEA-8900-00576F33B5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761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מציין מיקום תוכן 5">
            <a:extLst>
              <a:ext uri="{FF2B5EF4-FFF2-40B4-BE49-F238E27FC236}">
                <a16:creationId xmlns:a16="http://schemas.microsoft.com/office/drawing/2014/main" id="{0C4DDE38-39F5-4747-B2FB-276F8DF82B30}"/>
              </a:ext>
            </a:extLst>
          </p:cNvPr>
          <p:cNvGraphicFramePr>
            <a:graphicFrameLocks/>
          </p:cNvGraphicFramePr>
          <p:nvPr/>
        </p:nvGraphicFramePr>
        <p:xfrm>
          <a:off x="6923314" y="1959429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מציין מיקום תוכן 5">
            <a:extLst>
              <a:ext uri="{FF2B5EF4-FFF2-40B4-BE49-F238E27FC236}">
                <a16:creationId xmlns:a16="http://schemas.microsoft.com/office/drawing/2014/main" id="{65C3E1AF-9B5B-4925-88A0-E5108E610938}"/>
              </a:ext>
            </a:extLst>
          </p:cNvPr>
          <p:cNvGraphicFramePr>
            <a:graphicFrameLocks/>
          </p:cNvGraphicFramePr>
          <p:nvPr/>
        </p:nvGraphicFramePr>
        <p:xfrm>
          <a:off x="4280263" y="1959429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7" name="מציין מיקום תוכן 5">
            <a:extLst>
              <a:ext uri="{FF2B5EF4-FFF2-40B4-BE49-F238E27FC236}">
                <a16:creationId xmlns:a16="http://schemas.microsoft.com/office/drawing/2014/main" id="{6C62950C-D551-4734-A8A2-EEE2F976B28E}"/>
              </a:ext>
            </a:extLst>
          </p:cNvPr>
          <p:cNvGraphicFramePr>
            <a:graphicFrameLocks/>
          </p:cNvGraphicFramePr>
          <p:nvPr/>
        </p:nvGraphicFramePr>
        <p:xfrm>
          <a:off x="1154953" y="1959428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1910519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C57A28-BDF1-4E0A-A407-A98EAC70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תהליך הלימוד בכללי</a:t>
            </a:r>
            <a:endParaRPr lang="en-US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09A80EB3-DF60-4EEA-8900-00576F33B5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761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מציין מיקום תוכן 5">
            <a:extLst>
              <a:ext uri="{FF2B5EF4-FFF2-40B4-BE49-F238E27FC236}">
                <a16:creationId xmlns:a16="http://schemas.microsoft.com/office/drawing/2014/main" id="{0C4DDE38-39F5-4747-B2FB-276F8DF82B30}"/>
              </a:ext>
            </a:extLst>
          </p:cNvPr>
          <p:cNvGraphicFramePr>
            <a:graphicFrameLocks/>
          </p:cNvGraphicFramePr>
          <p:nvPr/>
        </p:nvGraphicFramePr>
        <p:xfrm>
          <a:off x="6923314" y="1959429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מציין מיקום תוכן 5">
            <a:extLst>
              <a:ext uri="{FF2B5EF4-FFF2-40B4-BE49-F238E27FC236}">
                <a16:creationId xmlns:a16="http://schemas.microsoft.com/office/drawing/2014/main" id="{65C3E1AF-9B5B-4925-88A0-E5108E610938}"/>
              </a:ext>
            </a:extLst>
          </p:cNvPr>
          <p:cNvGraphicFramePr>
            <a:graphicFrameLocks/>
          </p:cNvGraphicFramePr>
          <p:nvPr/>
        </p:nvGraphicFramePr>
        <p:xfrm>
          <a:off x="4280263" y="1959429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7" name="מציין מיקום תוכן 5">
            <a:extLst>
              <a:ext uri="{FF2B5EF4-FFF2-40B4-BE49-F238E27FC236}">
                <a16:creationId xmlns:a16="http://schemas.microsoft.com/office/drawing/2014/main" id="{6C62950C-D551-4734-A8A2-EEE2F976B28E}"/>
              </a:ext>
            </a:extLst>
          </p:cNvPr>
          <p:cNvGraphicFramePr>
            <a:graphicFrameLocks/>
          </p:cNvGraphicFramePr>
          <p:nvPr/>
        </p:nvGraphicFramePr>
        <p:xfrm>
          <a:off x="1154953" y="1959428"/>
          <a:ext cx="2889296" cy="169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3" name="כוכב: 5 פינות 2">
            <a:extLst>
              <a:ext uri="{FF2B5EF4-FFF2-40B4-BE49-F238E27FC236}">
                <a16:creationId xmlns:a16="http://schemas.microsoft.com/office/drawing/2014/main" id="{CB397B22-1F22-4D77-A0ED-CDB6002A20A2}"/>
              </a:ext>
            </a:extLst>
          </p:cNvPr>
          <p:cNvSpPr/>
          <p:nvPr/>
        </p:nvSpPr>
        <p:spPr>
          <a:xfrm>
            <a:off x="2882302" y="4710005"/>
            <a:ext cx="2323894" cy="1632858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600" dirty="0"/>
              <a:t>התאמה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88612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A8E0BA-AC16-690E-D785-0D860D874F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L"/>
              <a:t>Learning Methods</a:t>
            </a:r>
            <a:endParaRPr lang="en-I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EC430A-DEEE-7244-468C-27E42883782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L" sz="2000" dirty="0"/>
              <a:t>Follow-ups </a:t>
            </a:r>
            <a:r>
              <a:rPr lang="en-IL" sz="2000" dirty="0">
                <a:sym typeface="Wingdings" pitchFamily="2" charset="2"/>
              </a:rPr>
              <a:t> following instructions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39B2ED6-9B04-0A16-C744-8731122D6BC3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6105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L" sz="2000" dirty="0">
                <a:sym typeface="Wingdings" pitchFamily="2" charset="2"/>
              </a:rPr>
              <a:t>Puzzle solving  trying to achieve a goal, using previous knowldge</a:t>
            </a:r>
            <a:endParaRPr lang="en-IL" sz="2000" dirty="0"/>
          </a:p>
        </p:txBody>
      </p:sp>
      <p:pic>
        <p:nvPicPr>
          <p:cNvPr id="7" name="Picture 2" descr="New to GRE Registration? A step-by-step Guide to ETS GRE Registration">
            <a:extLst>
              <a:ext uri="{FF2B5EF4-FFF2-40B4-BE49-F238E27FC236}">
                <a16:creationId xmlns:a16="http://schemas.microsoft.com/office/drawing/2014/main" id="{23897EAC-271F-9316-D5C1-705594D1E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2" y="3258985"/>
            <a:ext cx="3853982" cy="182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ile Jigsaw Pieces Stock Illustrations – 60 Pile Jigsaw Pieces Stock  Illustrations, Vectors &amp; Clipart - Dreamstime">
            <a:extLst>
              <a:ext uri="{FF2B5EF4-FFF2-40B4-BE49-F238E27FC236}">
                <a16:creationId xmlns:a16="http://schemas.microsoft.com/office/drawing/2014/main" id="{9B097633-C658-31BB-2D55-6E0B8DF7A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5"/>
          <a:stretch/>
        </p:blipFill>
        <p:spPr bwMode="auto">
          <a:xfrm>
            <a:off x="7601134" y="3225710"/>
            <a:ext cx="2323732" cy="228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A7380-A6DB-21F7-6FEC-49D68EAD08F4}"/>
              </a:ext>
            </a:extLst>
          </p:cNvPr>
          <p:cNvSpPr txBox="1"/>
          <p:nvPr/>
        </p:nvSpPr>
        <p:spPr>
          <a:xfrm>
            <a:off x="1329078" y="5445952"/>
            <a:ext cx="2771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dirty="0"/>
              <a:t>Inductive reasoning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2FBA78-1058-D60B-AE81-C3C1107B5919}"/>
              </a:ext>
            </a:extLst>
          </p:cNvPr>
          <p:cNvGrpSpPr/>
          <p:nvPr/>
        </p:nvGrpSpPr>
        <p:grpSpPr>
          <a:xfrm>
            <a:off x="5854345" y="4714670"/>
            <a:ext cx="751260" cy="233202"/>
            <a:chOff x="1356258" y="5296156"/>
            <a:chExt cx="751260" cy="23320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09CC28B-77A3-390F-828A-D4B9F7C0EFF4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60576E52-5F70-A7BD-04D1-4CCD4DDA4EB5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E919C0-7B0C-193C-8263-7FAC2415EBE8}"/>
              </a:ext>
            </a:extLst>
          </p:cNvPr>
          <p:cNvGrpSpPr/>
          <p:nvPr/>
        </p:nvGrpSpPr>
        <p:grpSpPr>
          <a:xfrm rot="2363203">
            <a:off x="6031922" y="4707637"/>
            <a:ext cx="751260" cy="233202"/>
            <a:chOff x="1356258" y="5296156"/>
            <a:chExt cx="751260" cy="2332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40019C-A139-2C20-2016-DB381E4B7386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BAC5D82E-7C36-2A3D-56C9-FA15983922F5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6E9D2A-A5D3-600B-C7F0-31F18F372678}"/>
              </a:ext>
            </a:extLst>
          </p:cNvPr>
          <p:cNvGrpSpPr/>
          <p:nvPr/>
        </p:nvGrpSpPr>
        <p:grpSpPr>
          <a:xfrm rot="4981971">
            <a:off x="6086837" y="4444270"/>
            <a:ext cx="751260" cy="233202"/>
            <a:chOff x="1356258" y="5296156"/>
            <a:chExt cx="751260" cy="2332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4A932DC-6039-9831-48F1-5586EF600344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9FB54C76-DE1E-0143-88F4-6ED1012E9CCC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F6DAF3-ED42-4625-CE7D-D6150FBD473F}"/>
              </a:ext>
            </a:extLst>
          </p:cNvPr>
          <p:cNvGrpSpPr/>
          <p:nvPr/>
        </p:nvGrpSpPr>
        <p:grpSpPr>
          <a:xfrm rot="5670657">
            <a:off x="6435544" y="4672288"/>
            <a:ext cx="751260" cy="233202"/>
            <a:chOff x="1356258" y="5296156"/>
            <a:chExt cx="751260" cy="23320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9E26B96-C348-A8E3-7FE6-1BE9CC535E63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42EF1E86-66ED-A3C5-9FA4-9ACB2E8E59C2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16E2BC-3916-D0FA-C1AD-4843BD236E3B}"/>
              </a:ext>
            </a:extLst>
          </p:cNvPr>
          <p:cNvGrpSpPr/>
          <p:nvPr/>
        </p:nvGrpSpPr>
        <p:grpSpPr>
          <a:xfrm>
            <a:off x="8431098" y="6259673"/>
            <a:ext cx="751260" cy="233202"/>
            <a:chOff x="1356258" y="5296156"/>
            <a:chExt cx="751260" cy="23320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30972D7-4BCC-6708-9F83-9ABB92970A67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2A7CB64C-4430-77B8-F984-B14E688DC065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8B2A00-2C02-EFC8-316C-06CEC52D93F2}"/>
              </a:ext>
            </a:extLst>
          </p:cNvPr>
          <p:cNvGrpSpPr/>
          <p:nvPr/>
        </p:nvGrpSpPr>
        <p:grpSpPr>
          <a:xfrm rot="16887861">
            <a:off x="8959127" y="5984962"/>
            <a:ext cx="751260" cy="233202"/>
            <a:chOff x="1356258" y="5296156"/>
            <a:chExt cx="751260" cy="23320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835B5DD-C265-0AE4-7C3C-D775638A627A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05222FA3-7882-E4D0-32BE-6E7120F8613C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50D2D5-D65C-E789-9BFE-7461DBF9AE2F}"/>
              </a:ext>
            </a:extLst>
          </p:cNvPr>
          <p:cNvGrpSpPr/>
          <p:nvPr/>
        </p:nvGrpSpPr>
        <p:grpSpPr>
          <a:xfrm rot="19611364">
            <a:off x="9285909" y="5384549"/>
            <a:ext cx="751260" cy="233202"/>
            <a:chOff x="1356258" y="5296156"/>
            <a:chExt cx="751260" cy="2332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668F2B-0F67-7D38-9C56-3082E7C64D3C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DC19AC18-5FF4-13EE-C97D-62F084531125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pic>
        <p:nvPicPr>
          <p:cNvPr id="32" name="Picture 2" descr="149,159 Business Goals Illustrations &amp; Clip Art - iStock">
            <a:extLst>
              <a:ext uri="{FF2B5EF4-FFF2-40B4-BE49-F238E27FC236}">
                <a16:creationId xmlns:a16="http://schemas.microsoft.com/office/drawing/2014/main" id="{D99EBA9D-6BC1-B4FA-EE94-6595790D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00" y="4242022"/>
            <a:ext cx="1121662" cy="112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2324550-6C15-CB15-6AF0-206CFB5BD065}"/>
              </a:ext>
            </a:extLst>
          </p:cNvPr>
          <p:cNvGrpSpPr/>
          <p:nvPr/>
        </p:nvGrpSpPr>
        <p:grpSpPr>
          <a:xfrm rot="18695506">
            <a:off x="9832319" y="4918123"/>
            <a:ext cx="751260" cy="233202"/>
            <a:chOff x="1356258" y="5296156"/>
            <a:chExt cx="751260" cy="23320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3405071-1760-A725-1EB0-E06DC004248C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B8A61959-357E-E15B-304E-503CD19A3B53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E2E4E5-D9F9-0DDC-850E-4F1FD976EBB4}"/>
              </a:ext>
            </a:extLst>
          </p:cNvPr>
          <p:cNvGrpSpPr/>
          <p:nvPr/>
        </p:nvGrpSpPr>
        <p:grpSpPr>
          <a:xfrm rot="332031">
            <a:off x="10424163" y="4617314"/>
            <a:ext cx="751260" cy="233202"/>
            <a:chOff x="1356258" y="5296156"/>
            <a:chExt cx="751260" cy="23320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4E62794-0E23-FCBD-3DB0-DB17B90CB161}"/>
                </a:ext>
              </a:extLst>
            </p:cNvPr>
            <p:cNvSpPr/>
            <p:nvPr/>
          </p:nvSpPr>
          <p:spPr>
            <a:xfrm>
              <a:off x="1356258" y="5296156"/>
              <a:ext cx="233202" cy="233202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78023E70-F2CD-AAA5-2F62-7DBC309200CA}"/>
                </a:ext>
              </a:extLst>
            </p:cNvPr>
            <p:cNvSpPr/>
            <p:nvPr/>
          </p:nvSpPr>
          <p:spPr>
            <a:xfrm>
              <a:off x="1549059" y="5332977"/>
              <a:ext cx="558459" cy="171833"/>
            </a:xfrm>
            <a:prstGeom prst="rightArrow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75387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coming a Full Stack Web Developer: What You Need to Know | Udacity">
            <a:extLst>
              <a:ext uri="{FF2B5EF4-FFF2-40B4-BE49-F238E27FC236}">
                <a16:creationId xmlns:a16="http://schemas.microsoft.com/office/drawing/2014/main" id="{5347A843-9548-568A-9FA2-34A2D097B3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C83EE2-9648-63C3-2C30-DD11C4BC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919870"/>
            <a:ext cx="11210925" cy="1142206"/>
          </a:xfr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Being a hi-tech employee means being a puzzle solver.</a:t>
            </a:r>
          </a:p>
        </p:txBody>
      </p:sp>
    </p:spTree>
    <p:extLst>
      <p:ext uri="{BB962C8B-B14F-4D97-AF65-F5344CB8AC3E}">
        <p14:creationId xmlns:p14="http://schemas.microsoft.com/office/powerpoint/2010/main" val="92147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19656-38DF-1D78-7990-F3F1B10E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dirty="0">
                <a:latin typeface="+mn-lt"/>
              </a:rPr>
              <a:t>Puzzle-solving + personal interest + ever-expanding projects</a:t>
            </a:r>
          </a:p>
        </p:txBody>
      </p:sp>
      <p:sp>
        <p:nvSpPr>
          <p:cNvPr id="7177" name="Oval 717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3d People - Man, Person Climbing Stairs With Arrow . To Success.  Businessman Stock Photo, Picture And Royalty Free Image. Image 14815160.">
            <a:extLst>
              <a:ext uri="{FF2B5EF4-FFF2-40B4-BE49-F238E27FC236}">
                <a16:creationId xmlns:a16="http://schemas.microsoft.com/office/drawing/2014/main" id="{EC417906-0EDC-4702-4A25-FACEB2FD34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r="20400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8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BABB1-2BFA-2F47-1469-D0EE0F8C4336}"/>
              </a:ext>
            </a:extLst>
          </p:cNvPr>
          <p:cNvSpPr txBox="1"/>
          <p:nvPr/>
        </p:nvSpPr>
        <p:spPr>
          <a:xfrm>
            <a:off x="6657715" y="2990818"/>
            <a:ext cx="4195673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Challenging students with moderate steps, to challenge themselves, and learn to be efficient puzzle solvers in the industry</a:t>
            </a:r>
          </a:p>
        </p:txBody>
      </p:sp>
      <p:sp>
        <p:nvSpPr>
          <p:cNvPr id="7183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185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99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6A661F1-4EE2-C169-8926-AC8B0ED5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מבנה שיעור</a:t>
            </a:r>
          </a:p>
        </p:txBody>
      </p:sp>
      <p:pic>
        <p:nvPicPr>
          <p:cNvPr id="5" name="מציין מיקום תוכן 4" descr="תמונה שמכילה טקסט, צילום מסך&#10;&#10;התיאור נוצר באופן אוטומטי">
            <a:extLst>
              <a:ext uri="{FF2B5EF4-FFF2-40B4-BE49-F238E27FC236}">
                <a16:creationId xmlns:a16="http://schemas.microsoft.com/office/drawing/2014/main" id="{3F2C4578-79FA-2767-6A8E-2E69A5CE3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638" y="643466"/>
            <a:ext cx="622205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9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BC4D4-6DAE-E3B7-8A87-03437E27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pPr algn="r" rtl="1"/>
            <a:r>
              <a:rPr lang="he-IL" sz="4000" dirty="0"/>
              <a:t>עקרונות ללמידה טובה</a:t>
            </a:r>
            <a:endParaRPr lang="en-IL" sz="4000" dirty="0"/>
          </a:p>
        </p:txBody>
      </p:sp>
      <p:pic>
        <p:nvPicPr>
          <p:cNvPr id="5" name="Picture 4" descr="Kettlebells על הרצפה">
            <a:extLst>
              <a:ext uri="{FF2B5EF4-FFF2-40B4-BE49-F238E27FC236}">
                <a16:creationId xmlns:a16="http://schemas.microsoft.com/office/drawing/2014/main" id="{EFD02078-75A0-2CE8-45A0-AFD8075AA2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86" r="7568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92DF-CF64-29D6-8C5C-D3CC0E9F6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לעשות כמה שיותר תרגילים, ברמה כמה שיותר קשה (אבל להתחיל מהקל).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b="1" dirty="0"/>
              <a:t>להשתמש ב-</a:t>
            </a:r>
            <a:r>
              <a:rPr lang="en-US" sz="2000" b="1" dirty="0"/>
              <a:t>AI</a:t>
            </a:r>
            <a:r>
              <a:rPr lang="he-IL" sz="2000" b="1" dirty="0"/>
              <a:t> רק כשחייבים, ורק בסוף.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לאחר שניסיתם לפתור לבד, להתייעץ עם חברים.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לחפש פתרונות באינטרנט או ב-</a:t>
            </a:r>
            <a:r>
              <a:rPr lang="en-US" sz="2000" dirty="0"/>
              <a:t>AI</a:t>
            </a:r>
            <a:r>
              <a:rPr lang="he-IL" sz="2000" dirty="0"/>
              <a:t>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b="1" dirty="0"/>
              <a:t>לתרגל ביחד – טוב לכולם.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לחקור, לגלות ולהתנסות בכל דבר שמעניין אתכם.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לחפש מה מעניין אתכם, וללכת על זה.</a:t>
            </a:r>
          </a:p>
          <a:p>
            <a:pPr marL="514350" indent="-514350" algn="r" defTabSz="914400" rtl="1" eaLnBrk="1" latinLnBrk="0" hangingPunct="1">
              <a:spcBef>
                <a:spcPts val="1000"/>
              </a:spcBef>
              <a:buFont typeface="+mj-lt"/>
              <a:buAutoNum type="arabicPeriod"/>
            </a:pPr>
            <a:r>
              <a:rPr lang="he-IL" sz="2000" dirty="0"/>
              <a:t>תמיד לשאוף הלאה.</a:t>
            </a:r>
          </a:p>
          <a:p>
            <a:pPr marL="228600" indent="-22860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410364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שחמט במשחק שחמט">
            <a:extLst>
              <a:ext uri="{FF2B5EF4-FFF2-40B4-BE49-F238E27FC236}">
                <a16:creationId xmlns:a16="http://schemas.microsoft.com/office/drawing/2014/main" id="{29905A2C-199C-CC6F-8B31-30910AD6C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2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1DAFF2F-6235-E174-BB19-3FD8F2C9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 rtl="1"/>
            <a:r>
              <a:rPr lang="he-IL" sz="4000"/>
              <a:t>להיות מפתח/ת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BA3340-6DB5-08C0-08A6-57293ABC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he-IL" sz="1400" dirty="0"/>
              <a:t>לקבל בעיה ולפתור אותה מהתחלה ועד הסוף</a:t>
            </a:r>
          </a:p>
          <a:p>
            <a:pPr lvl="1" algn="r" rtl="1">
              <a:lnSpc>
                <a:spcPct val="150000"/>
              </a:lnSpc>
            </a:pPr>
            <a:r>
              <a:rPr lang="he-IL" sz="1400" dirty="0"/>
              <a:t>קוד נקי וברור</a:t>
            </a:r>
          </a:p>
          <a:p>
            <a:pPr lvl="1" algn="r" rtl="1">
              <a:lnSpc>
                <a:spcPct val="150000"/>
              </a:lnSpc>
            </a:pPr>
            <a:r>
              <a:rPr lang="he-IL" sz="1400" dirty="0"/>
              <a:t>מהיר</a:t>
            </a:r>
          </a:p>
          <a:p>
            <a:pPr lvl="1" algn="r" rtl="1">
              <a:lnSpc>
                <a:spcPct val="150000"/>
              </a:lnSpc>
            </a:pPr>
            <a:r>
              <a:rPr lang="he-IL" sz="1400" dirty="0"/>
              <a:t>עומד בעקרונות הקוד הטוב שנלמד בקורס</a:t>
            </a:r>
          </a:p>
          <a:p>
            <a:pPr lvl="1" algn="r" rtl="1">
              <a:lnSpc>
                <a:spcPct val="150000"/>
              </a:lnSpc>
            </a:pPr>
            <a:r>
              <a:rPr lang="en-US" sz="1400" dirty="0"/>
              <a:t>End To End</a:t>
            </a:r>
            <a:endParaRPr lang="he-IL" sz="1400" dirty="0"/>
          </a:p>
          <a:p>
            <a:pPr lvl="1" algn="r" rtl="1">
              <a:lnSpc>
                <a:spcPct val="150000"/>
              </a:lnSpc>
            </a:pPr>
            <a:r>
              <a:rPr lang="he-IL" sz="1400" dirty="0"/>
              <a:t>שחקן צוות שכיף לעבוד אתו/ה.</a:t>
            </a:r>
          </a:p>
        </p:txBody>
      </p:sp>
    </p:spTree>
    <p:extLst>
      <p:ext uri="{BB962C8B-B14F-4D97-AF65-F5344CB8AC3E}">
        <p14:creationId xmlns:p14="http://schemas.microsoft.com/office/powerpoint/2010/main" val="3689529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D72897E-BF79-2BE7-CD8F-64487C6E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עבודת צוות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8678D0-468E-AC7A-B50D-46B872D02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sz="2200" dirty="0"/>
              <a:t>המוצר שלנו הוא...</a:t>
            </a:r>
          </a:p>
          <a:p>
            <a:pPr algn="r" rtl="1"/>
            <a:r>
              <a:rPr lang="he-IL" sz="2200" dirty="0"/>
              <a:t>להוציא מפתחים טובים לשוק</a:t>
            </a:r>
          </a:p>
          <a:p>
            <a:pPr algn="r" rtl="1"/>
            <a:r>
              <a:rPr lang="he-IL" sz="2200" dirty="0"/>
              <a:t>לעזור אחד לשני... מי שמבין, עוזר למי שלא מבין</a:t>
            </a:r>
          </a:p>
          <a:p>
            <a:pPr algn="r" rtl="1"/>
            <a:r>
              <a:rPr lang="he-IL" sz="2200" dirty="0"/>
              <a:t>אנו כרגע 13, ועלינו לעבוד כך ש-13 יגיעו לקו הסיום ויתקבלו לעבודה</a:t>
            </a:r>
          </a:p>
          <a:p>
            <a:pPr algn="r" rtl="1"/>
            <a:r>
              <a:rPr lang="he-IL" sz="2200" dirty="0"/>
              <a:t>חשבון </a:t>
            </a:r>
            <a:r>
              <a:rPr lang="he-IL" sz="2200" dirty="0" err="1"/>
              <a:t>לינקדאין</a:t>
            </a:r>
            <a:r>
              <a:rPr lang="he-IL" sz="2200" dirty="0"/>
              <a:t>... כבר לפרסם את עצמנו (רות בשן)</a:t>
            </a:r>
          </a:p>
          <a:p>
            <a:pPr algn="r" rtl="1"/>
            <a:r>
              <a:rPr lang="he-IL" sz="2200" dirty="0"/>
              <a:t>להיות מעורבים בפרויקטים נוספים (עמותות וקוד פתוח)</a:t>
            </a:r>
          </a:p>
          <a:p>
            <a:pPr algn="r" rtl="1"/>
            <a:r>
              <a:rPr lang="he-IL" sz="2200" dirty="0"/>
              <a:t>לגייס סטרטאפים</a:t>
            </a:r>
          </a:p>
          <a:p>
            <a:pPr algn="r" rtl="1"/>
            <a:r>
              <a:rPr lang="he-IL" sz="2200" dirty="0"/>
              <a:t>לאהוב את המקצוע</a:t>
            </a:r>
          </a:p>
          <a:p>
            <a:pPr algn="r" rtl="1"/>
            <a:r>
              <a:rPr lang="he-IL" sz="2200" dirty="0"/>
              <a:t>שיווק (</a:t>
            </a:r>
            <a:r>
              <a:rPr lang="en-US" sz="2200" dirty="0"/>
              <a:t>Marketing</a:t>
            </a:r>
            <a:r>
              <a:rPr lang="he-IL" sz="2200"/>
              <a:t>)...</a:t>
            </a:r>
            <a:endParaRPr lang="he-IL" sz="2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5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F87C8AD-1D5C-F602-2737-C384BC63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rtl="1"/>
            <a:r>
              <a:rPr lang="he-IL" sz="5400" dirty="0"/>
              <a:t>פסיכולוגיה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E8CA71-9EA4-EF74-B80E-A8FD081EB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מה שיהפוך אותכם למפתחים טובים זה המון עבודה קשה... המון</a:t>
            </a:r>
          </a:p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חלקכם ילמד מהר נושאים מסוימים וחלקכם ילמד לאט. לא להתייאש</a:t>
            </a:r>
          </a:p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ראו </a:t>
            </a:r>
            <a:r>
              <a:rPr lang="he-IL" sz="1500" dirty="0" err="1">
                <a:latin typeface="Arial" panose="020B0604020202020204" pitchFamily="34" charset="0"/>
                <a:cs typeface="Arial" panose="020B0604020202020204" pitchFamily="34" charset="0"/>
              </a:rPr>
              <a:t>הכל</a:t>
            </a:r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 כמשחק. תהנו, גם אם אתם לא הכי טובים. פשוט תשקיעו יותר.</a:t>
            </a:r>
          </a:p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עזרו אחד לשני, תהנו</a:t>
            </a:r>
          </a:p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ככל שתתמכרו למשחק הזה, כך תהיו טובים יותר.</a:t>
            </a:r>
          </a:p>
          <a:p>
            <a:pPr algn="r" rtl="1"/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זהו משחק פאזלים</a:t>
            </a:r>
          </a:p>
          <a:p>
            <a:pPr algn="r" rtl="1"/>
            <a:r>
              <a:rPr lang="he-IL" sz="1500" b="1" dirty="0">
                <a:latin typeface="Arial" panose="020B0604020202020204" pitchFamily="34" charset="0"/>
                <a:cs typeface="Arial" panose="020B0604020202020204" pitchFamily="34" charset="0"/>
              </a:rPr>
              <a:t>לכם יש את האחריות המלאה על תהליך הלימוד:</a:t>
            </a:r>
          </a:p>
          <a:p>
            <a:pPr lvl="1" algn="r" rtl="1"/>
            <a:r>
              <a:rPr lang="he-IL" sz="1100" b="1" dirty="0">
                <a:latin typeface="Arial" panose="020B0604020202020204" pitchFamily="34" charset="0"/>
                <a:cs typeface="Arial" panose="020B0604020202020204" pitchFamily="34" charset="0"/>
              </a:rPr>
              <a:t>בקשו ממני לשפר</a:t>
            </a:r>
          </a:p>
          <a:p>
            <a:pPr lvl="1" algn="r" rtl="1"/>
            <a:r>
              <a:rPr lang="he-IL" sz="1100" b="1" dirty="0">
                <a:latin typeface="Arial" panose="020B0604020202020204" pitchFamily="34" charset="0"/>
                <a:cs typeface="Arial" panose="020B0604020202020204" pitchFamily="34" charset="0"/>
              </a:rPr>
              <a:t>שאלו כשמשהו לא ברור לכם</a:t>
            </a:r>
          </a:p>
          <a:p>
            <a:pPr lvl="1" algn="r" rtl="1"/>
            <a:r>
              <a:rPr lang="he-IL" sz="1100" b="1" dirty="0">
                <a:latin typeface="Arial" panose="020B0604020202020204" pitchFamily="34" charset="0"/>
                <a:cs typeface="Arial" panose="020B0604020202020204" pitchFamily="34" charset="0"/>
              </a:rPr>
              <a:t>דברו איתי אם משהו לא הולך לכם</a:t>
            </a:r>
          </a:p>
        </p:txBody>
      </p:sp>
      <p:pic>
        <p:nvPicPr>
          <p:cNvPr id="5" name="Picture 4" descr="קבוצת צונחים גדולה באוויר">
            <a:extLst>
              <a:ext uri="{FF2B5EF4-FFF2-40B4-BE49-F238E27FC236}">
                <a16:creationId xmlns:a16="http://schemas.microsoft.com/office/drawing/2014/main" id="{24AD3ABA-77E5-91F0-44B3-032ADB4107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33" r="1606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334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ED08A1D-4632-47AB-8832-C17BA0086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149B6-8552-76B6-2B6C-AC31DCFF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62399"/>
            <a:ext cx="4357499" cy="1494000"/>
          </a:xfrm>
        </p:spPr>
        <p:txBody>
          <a:bodyPr anchor="t">
            <a:normAutofit/>
          </a:bodyPr>
          <a:lstStyle/>
          <a:p>
            <a:pPr rtl="1"/>
            <a:r>
              <a:rPr lang="he-IL" dirty="0"/>
              <a:t>מבחנים ותרגילים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75437B-93A1-4A73-812B-C5030CC2F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B8505BE-2298-4E13-A7FB-2D05006D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751C2C2-B295-4CDA-9112-A35D684DC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F2474-7FD2-AB57-2C4C-83BD54D6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0"/>
            <a:ext cx="4363595" cy="3844800"/>
          </a:xfrm>
        </p:spPr>
        <p:txBody>
          <a:bodyPr>
            <a:normAutofit/>
          </a:bodyPr>
          <a:lstStyle/>
          <a:p>
            <a:pPr marL="228600" indent="-228600" algn="r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>
                    <a:alpha val="60000"/>
                  </a:schemeClr>
                </a:solidFill>
              </a:rPr>
              <a:t>תרגילים, בשלוש רמות (קלה, בינונית ומאתגרת) – נועדו לכם בלבד</a:t>
            </a:r>
          </a:p>
          <a:p>
            <a:pPr marL="228600" indent="-228600" algn="r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>
                    <a:alpha val="60000"/>
                  </a:schemeClr>
                </a:solidFill>
              </a:rPr>
              <a:t>מבדקים במהלך השיעור</a:t>
            </a:r>
          </a:p>
          <a:p>
            <a:pPr marL="228600" indent="-228600" algn="r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>
                    <a:alpha val="60000"/>
                  </a:schemeClr>
                </a:solidFill>
              </a:rPr>
              <a:t>מבחנים/פרויקטים – שלוש רמות – הציונים שלכם בקורס (נועד לשקף לכם את היכולות שלכם)</a:t>
            </a:r>
          </a:p>
          <a:p>
            <a:pPr marL="228600" indent="-228600" algn="r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000" b="1" dirty="0">
                <a:solidFill>
                  <a:schemeClr val="tx1">
                    <a:alpha val="60000"/>
                  </a:schemeClr>
                </a:solidFill>
              </a:rPr>
              <a:t>פרויקט כמו תעשייה/פרויקט אישי מסכם – תנאי קבלת תעודה</a:t>
            </a:r>
          </a:p>
          <a:p>
            <a:pPr marL="228600" indent="-228600" algn="r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000" b="1" dirty="0">
                <a:solidFill>
                  <a:schemeClr val="tx1">
                    <a:alpha val="60000"/>
                  </a:schemeClr>
                </a:solidFill>
              </a:rPr>
              <a:t>נוכחות – תנאי קבלת תעודה</a:t>
            </a:r>
          </a:p>
          <a:p>
            <a:pPr marL="228600" indent="-228600" defTabSz="914400" rtl="1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4AD9CC15-0CD1-1907-2E93-80517F356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5779" y="643469"/>
            <a:ext cx="5571062" cy="557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1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1198D7-E216-4383-942D-EE342AD4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662400"/>
            <a:ext cx="3384000" cy="1492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1"/>
            <a:r>
              <a:rPr lang="en-US">
                <a:solidFill>
                  <a:schemeClr val="bg1"/>
                </a:solidFill>
              </a:rPr>
              <a:t>Topics</a:t>
            </a:r>
            <a:endParaRPr lang="en-US" b="0" i="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3000948-4202-4D12-ABD6-DB62685CF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0"/>
            <a:ext cx="3384000" cy="3844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i="0" kern="1200" cap="all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Websites, Web apps, and some native apps</a:t>
            </a:r>
          </a:p>
          <a:p>
            <a:pPr marL="0" indent="0">
              <a:buNone/>
            </a:pPr>
            <a:r>
              <a:rPr lang="en-US" sz="2000" b="1" cap="all" dirty="0">
                <a:solidFill>
                  <a:schemeClr val="bg1">
                    <a:alpha val="60000"/>
                  </a:schemeClr>
                </a:solidFill>
              </a:rPr>
              <a:t>Server</a:t>
            </a:r>
          </a:p>
          <a:p>
            <a:pPr marL="0" indent="0">
              <a:buNone/>
            </a:pPr>
            <a:r>
              <a:rPr lang="en-US" sz="2000" b="1" i="0" kern="1200" cap="all" dirty="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Database </a:t>
            </a:r>
          </a:p>
        </p:txBody>
      </p:sp>
      <p:pic>
        <p:nvPicPr>
          <p:cNvPr id="1026" name="Picture 2" descr="What Is a Database Server &amp; What Is It Used For">
            <a:extLst>
              <a:ext uri="{FF2B5EF4-FFF2-40B4-BE49-F238E27FC236}">
                <a16:creationId xmlns:a16="http://schemas.microsoft.com/office/drawing/2014/main" id="{3C6935B3-CA18-5E6B-5674-CFB9CE2C5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1053" y="1203750"/>
            <a:ext cx="6014185" cy="445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272F99-2737-E071-8FDC-E7535A803F3E}"/>
              </a:ext>
            </a:extLst>
          </p:cNvPr>
          <p:cNvSpPr txBox="1"/>
          <p:nvPr/>
        </p:nvSpPr>
        <p:spPr>
          <a:xfrm>
            <a:off x="8418145" y="516338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אינטרנט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3619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בלוקים ורשתות של טכנולוגיה כחולה">
            <a:extLst>
              <a:ext uri="{FF2B5EF4-FFF2-40B4-BE49-F238E27FC236}">
                <a16:creationId xmlns:a16="http://schemas.microsoft.com/office/drawing/2014/main" id="{628B48E2-E376-B60F-C6C5-E8D5D0070B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b="-446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3A53ECF-3D29-4821-8B59-865C313D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pPr rtl="1"/>
            <a:r>
              <a:rPr lang="he-IL" dirty="0">
                <a:solidFill>
                  <a:srgbClr val="FFFFFF"/>
                </a:solidFill>
              </a:rPr>
              <a:t>טכנולוגיות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14BF57-D1E4-41E6-A32E-0A554945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Client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HTML5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CSS (SCSS)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TypeScript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Framework: React</a:t>
            </a:r>
          </a:p>
          <a:p>
            <a:r>
              <a:rPr lang="en-US" sz="1700" dirty="0">
                <a:solidFill>
                  <a:srgbClr val="FFFFFF"/>
                </a:solidFill>
              </a:rPr>
              <a:t>Server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Node.js: Express, socket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MongoDB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SQL</a:t>
            </a:r>
          </a:p>
          <a:p>
            <a:r>
              <a:rPr lang="en-US" sz="1700" dirty="0">
                <a:solidFill>
                  <a:srgbClr val="FFFFFF"/>
                </a:solidFill>
              </a:rPr>
              <a:t>Development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Git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Good code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Architecture</a:t>
            </a:r>
          </a:p>
          <a:p>
            <a:r>
              <a:rPr lang="en-US" sz="1700" dirty="0">
                <a:solidFill>
                  <a:srgbClr val="FFFFFF"/>
                </a:solidFill>
              </a:rPr>
              <a:t>Working with AI</a:t>
            </a:r>
          </a:p>
        </p:txBody>
      </p:sp>
    </p:spTree>
    <p:extLst>
      <p:ext uri="{BB962C8B-B14F-4D97-AF65-F5344CB8AC3E}">
        <p14:creationId xmlns:p14="http://schemas.microsoft.com/office/powerpoint/2010/main" val="265576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722</Words>
  <Application>Microsoft Office PowerPoint</Application>
  <PresentationFormat>מסך רחב</PresentationFormat>
  <Paragraphs>147</Paragraphs>
  <Slides>20</Slides>
  <Notes>1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Verdana</vt:lpstr>
      <vt:lpstr>Wingdings</vt:lpstr>
      <vt:lpstr>Office Theme</vt:lpstr>
      <vt:lpstr>Full stack 2025</vt:lpstr>
      <vt:lpstr>מוביל קורס: טל ירון</vt:lpstr>
      <vt:lpstr>מדוע פיתחנו את ״השיטה״</vt:lpstr>
      <vt:lpstr>Startup Based Learning</vt:lpstr>
      <vt:lpstr>כיצד נלמד?</vt:lpstr>
      <vt:lpstr>אתם חברת סטארטאפ</vt:lpstr>
      <vt:lpstr>תהליך הלימוד</vt:lpstr>
      <vt:lpstr>תהליך הלימוד בכללי</vt:lpstr>
      <vt:lpstr>תהליך הלימוד בכללי</vt:lpstr>
      <vt:lpstr>מצגת של PowerPoint‏</vt:lpstr>
      <vt:lpstr>Being a hi-tech employee means being a puzzle solver.</vt:lpstr>
      <vt:lpstr>Puzzle-solving + personal interest + ever-expanding projects</vt:lpstr>
      <vt:lpstr>מבנה שיעור</vt:lpstr>
      <vt:lpstr>עקרונות ללמידה טובה</vt:lpstr>
      <vt:lpstr>להיות מפתח/ת</vt:lpstr>
      <vt:lpstr>עבודת צוות</vt:lpstr>
      <vt:lpstr>פסיכולוגיה</vt:lpstr>
      <vt:lpstr>מבחנים ותרגילים</vt:lpstr>
      <vt:lpstr>Topics</vt:lpstr>
      <vt:lpstr>טכנולוגיות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Yaron</dc:creator>
  <cp:lastModifiedBy>Tal Yaron</cp:lastModifiedBy>
  <cp:revision>33</cp:revision>
  <dcterms:created xsi:type="dcterms:W3CDTF">2023-02-26T13:04:21Z</dcterms:created>
  <dcterms:modified xsi:type="dcterms:W3CDTF">2025-04-28T13:20:02Z</dcterms:modified>
</cp:coreProperties>
</file>